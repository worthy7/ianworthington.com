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7" r:id="rId2"/>
    <p:sldId id="256" r:id="rId3"/>
    <p:sldId id="261" r:id="rId4"/>
    <p:sldId id="259" r:id="rId5"/>
    <p:sldId id="260" r:id="rId6"/>
  </p:sldIdLst>
  <p:sldSz cx="12192000" cy="6858000"/>
  <p:notesSz cx="12192000" cy="6858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E82EF6-3A75-42CE-9E72-A4EBDD06F577}" v="13" dt="2026-03-03T03:46:32.10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p:cViewPr varScale="1">
        <p:scale>
          <a:sx n="139" d="100"/>
          <a:sy n="139" d="100"/>
        </p:scale>
        <p:origin x="138" y="37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an Worthington" userId="92edafd6-d177-420c-8014-88886f90aded" providerId="ADAL" clId="{DA5DD6FF-C229-4288-9782-9C12C8E36597}"/>
    <pc:docChg chg="undo custSel addSld delSld modSld sldOrd">
      <pc:chgData name="Ian Worthington" userId="92edafd6-d177-420c-8014-88886f90aded" providerId="ADAL" clId="{DA5DD6FF-C229-4288-9782-9C12C8E36597}" dt="2026-03-03T03:50:41.980" v="2658" actId="20577"/>
      <pc:docMkLst>
        <pc:docMk/>
      </pc:docMkLst>
      <pc:sldChg chg="addSp modSp mod">
        <pc:chgData name="Ian Worthington" userId="92edafd6-d177-420c-8014-88886f90aded" providerId="ADAL" clId="{DA5DD6FF-C229-4288-9782-9C12C8E36597}" dt="2026-03-03T03:50:41.980" v="2658" actId="20577"/>
        <pc:sldMkLst>
          <pc:docMk/>
          <pc:sldMk cId="0" sldId="256"/>
        </pc:sldMkLst>
        <pc:spChg chg="mod">
          <ac:chgData name="Ian Worthington" userId="92edafd6-d177-420c-8014-88886f90aded" providerId="ADAL" clId="{DA5DD6FF-C229-4288-9782-9C12C8E36597}" dt="2026-03-03T03:09:04.935" v="1843" actId="1076"/>
          <ac:spMkLst>
            <pc:docMk/>
            <pc:sldMk cId="0" sldId="256"/>
            <ac:spMk id="7" creationId="{00000000-0000-0000-0000-000000000000}"/>
          </ac:spMkLst>
        </pc:spChg>
        <pc:spChg chg="mod">
          <ac:chgData name="Ian Worthington" userId="92edafd6-d177-420c-8014-88886f90aded" providerId="ADAL" clId="{DA5DD6FF-C229-4288-9782-9C12C8E36597}" dt="2026-03-03T03:50:41.980" v="2658" actId="20577"/>
          <ac:spMkLst>
            <pc:docMk/>
            <pc:sldMk cId="0" sldId="256"/>
            <ac:spMk id="9" creationId="{00000000-0000-0000-0000-000000000000}"/>
          </ac:spMkLst>
        </pc:spChg>
        <pc:spChg chg="add mod">
          <ac:chgData name="Ian Worthington" userId="92edafd6-d177-420c-8014-88886f90aded" providerId="ADAL" clId="{DA5DD6FF-C229-4288-9782-9C12C8E36597}" dt="2026-03-03T03:15:41.127" v="2180" actId="20577"/>
          <ac:spMkLst>
            <pc:docMk/>
            <pc:sldMk cId="0" sldId="256"/>
            <ac:spMk id="10" creationId="{879FC6BE-DD95-9B82-B8B0-ADDB2B4B2959}"/>
          </ac:spMkLst>
        </pc:spChg>
        <pc:spChg chg="mod">
          <ac:chgData name="Ian Worthington" userId="92edafd6-d177-420c-8014-88886f90aded" providerId="ADAL" clId="{DA5DD6FF-C229-4288-9782-9C12C8E36597}" dt="2026-03-03T03:14:33.257" v="2170" actId="20577"/>
          <ac:spMkLst>
            <pc:docMk/>
            <pc:sldMk cId="0" sldId="256"/>
            <ac:spMk id="11" creationId="{00000000-0000-0000-0000-000000000000}"/>
          </ac:spMkLst>
        </pc:spChg>
        <pc:spChg chg="add mod">
          <ac:chgData name="Ian Worthington" userId="92edafd6-d177-420c-8014-88886f90aded" providerId="ADAL" clId="{DA5DD6FF-C229-4288-9782-9C12C8E36597}" dt="2026-03-03T03:10:32.277" v="2040" actId="20577"/>
          <ac:spMkLst>
            <pc:docMk/>
            <pc:sldMk cId="0" sldId="256"/>
            <ac:spMk id="13" creationId="{041FD71F-5EFF-44E1-F303-2F59BB528D8F}"/>
          </ac:spMkLst>
        </pc:spChg>
        <pc:grpChg chg="mod">
          <ac:chgData name="Ian Worthington" userId="92edafd6-d177-420c-8014-88886f90aded" providerId="ADAL" clId="{DA5DD6FF-C229-4288-9782-9C12C8E36597}" dt="2026-03-03T03:12:56.562" v="2118" actId="1076"/>
          <ac:grpSpMkLst>
            <pc:docMk/>
            <pc:sldMk cId="0" sldId="256"/>
            <ac:grpSpMk id="3" creationId="{00000000-0000-0000-0000-000000000000}"/>
          </ac:grpSpMkLst>
        </pc:grpChg>
        <pc:picChg chg="mod">
          <ac:chgData name="Ian Worthington" userId="92edafd6-d177-420c-8014-88886f90aded" providerId="ADAL" clId="{DA5DD6FF-C229-4288-9782-9C12C8E36597}" dt="2026-03-03T03:12:54.218" v="2116" actId="1076"/>
          <ac:picMkLst>
            <pc:docMk/>
            <pc:sldMk cId="0" sldId="256"/>
            <ac:picMk id="12" creationId="{38896116-7A82-DF89-75C8-53A7C7E75726}"/>
          </ac:picMkLst>
        </pc:picChg>
      </pc:sldChg>
      <pc:sldChg chg="addSp modSp mod ord">
        <pc:chgData name="Ian Worthington" userId="92edafd6-d177-420c-8014-88886f90aded" providerId="ADAL" clId="{DA5DD6FF-C229-4288-9782-9C12C8E36597}" dt="2026-03-03T03:45:42.440" v="2372" actId="20577"/>
        <pc:sldMkLst>
          <pc:docMk/>
          <pc:sldMk cId="1946912490" sldId="257"/>
        </pc:sldMkLst>
        <pc:spChg chg="mod">
          <ac:chgData name="Ian Worthington" userId="92edafd6-d177-420c-8014-88886f90aded" providerId="ADAL" clId="{DA5DD6FF-C229-4288-9782-9C12C8E36597}" dt="2026-03-03T03:09:00.298" v="1842" actId="1076"/>
          <ac:spMkLst>
            <pc:docMk/>
            <pc:sldMk cId="1946912490" sldId="257"/>
            <ac:spMk id="7" creationId="{00000000-0000-0000-0000-000000000000}"/>
          </ac:spMkLst>
        </pc:spChg>
        <pc:spChg chg="mod">
          <ac:chgData name="Ian Worthington" userId="92edafd6-d177-420c-8014-88886f90aded" providerId="ADAL" clId="{DA5DD6FF-C229-4288-9782-9C12C8E36597}" dt="2026-03-03T03:45:42.440" v="2372" actId="20577"/>
          <ac:spMkLst>
            <pc:docMk/>
            <pc:sldMk cId="1946912490" sldId="257"/>
            <ac:spMk id="9" creationId="{00000000-0000-0000-0000-000000000000}"/>
          </ac:spMkLst>
        </pc:spChg>
        <pc:spChg chg="add mod">
          <ac:chgData name="Ian Worthington" userId="92edafd6-d177-420c-8014-88886f90aded" providerId="ADAL" clId="{DA5DD6FF-C229-4288-9782-9C12C8E36597}" dt="2026-03-03T03:15:01.356" v="2175" actId="20577"/>
          <ac:spMkLst>
            <pc:docMk/>
            <pc:sldMk cId="1946912490" sldId="257"/>
            <ac:spMk id="10" creationId="{4B10FED2-4C90-BE50-7017-45E24C317EBA}"/>
          </ac:spMkLst>
        </pc:spChg>
        <pc:spChg chg="mod">
          <ac:chgData name="Ian Worthington" userId="92edafd6-d177-420c-8014-88886f90aded" providerId="ADAL" clId="{DA5DD6FF-C229-4288-9782-9C12C8E36597}" dt="2026-03-03T03:14:04.858" v="2139" actId="20577"/>
          <ac:spMkLst>
            <pc:docMk/>
            <pc:sldMk cId="1946912490" sldId="257"/>
            <ac:spMk id="11" creationId="{00000000-0000-0000-0000-000000000000}"/>
          </ac:spMkLst>
        </pc:spChg>
        <pc:spChg chg="add mod">
          <ac:chgData name="Ian Worthington" userId="92edafd6-d177-420c-8014-88886f90aded" providerId="ADAL" clId="{DA5DD6FF-C229-4288-9782-9C12C8E36597}" dt="2026-03-03T03:09:45.052" v="1945" actId="14100"/>
          <ac:spMkLst>
            <pc:docMk/>
            <pc:sldMk cId="1946912490" sldId="257"/>
            <ac:spMk id="13" creationId="{2F69A837-2FD3-4D00-5115-23C1DB02D328}"/>
          </ac:spMkLst>
        </pc:spChg>
        <pc:grpChg chg="mod">
          <ac:chgData name="Ian Worthington" userId="92edafd6-d177-420c-8014-88886f90aded" providerId="ADAL" clId="{DA5DD6FF-C229-4288-9782-9C12C8E36597}" dt="2026-03-03T03:11:42.861" v="2066" actId="1076"/>
          <ac:grpSpMkLst>
            <pc:docMk/>
            <pc:sldMk cId="1946912490" sldId="257"/>
            <ac:grpSpMk id="3" creationId="{00000000-0000-0000-0000-000000000000}"/>
          </ac:grpSpMkLst>
        </pc:grpChg>
        <pc:graphicFrameChg chg="add mod">
          <ac:chgData name="Ian Worthington" userId="92edafd6-d177-420c-8014-88886f90aded" providerId="ADAL" clId="{DA5DD6FF-C229-4288-9782-9C12C8E36597}" dt="2026-03-03T03:00:56.526" v="1769"/>
          <ac:graphicFrameMkLst>
            <pc:docMk/>
            <pc:sldMk cId="1946912490" sldId="257"/>
            <ac:graphicFrameMk id="12" creationId="{C46A0BE7-AF2B-9328-93AA-061DF860AC06}"/>
          </ac:graphicFrameMkLst>
        </pc:graphicFrameChg>
        <pc:picChg chg="add mod">
          <ac:chgData name="Ian Worthington" userId="92edafd6-d177-420c-8014-88886f90aded" providerId="ADAL" clId="{DA5DD6FF-C229-4288-9782-9C12C8E36597}" dt="2026-03-03T03:11:38.618" v="2064" actId="1076"/>
          <ac:picMkLst>
            <pc:docMk/>
            <pc:sldMk cId="1946912490" sldId="257"/>
            <ac:picMk id="8" creationId="{C3E58666-23FA-36D2-0CA3-525D4F2F29DB}"/>
          </ac:picMkLst>
        </pc:picChg>
      </pc:sldChg>
      <pc:sldChg chg="modSp del mod">
        <pc:chgData name="Ian Worthington" userId="92edafd6-d177-420c-8014-88886f90aded" providerId="ADAL" clId="{DA5DD6FF-C229-4288-9782-9C12C8E36597}" dt="2026-03-03T03:05:10.307" v="1781" actId="2696"/>
        <pc:sldMkLst>
          <pc:docMk/>
          <pc:sldMk cId="730307548" sldId="258"/>
        </pc:sldMkLst>
        <pc:spChg chg="mod">
          <ac:chgData name="Ian Worthington" userId="92edafd6-d177-420c-8014-88886f90aded" providerId="ADAL" clId="{DA5DD6FF-C229-4288-9782-9C12C8E36597}" dt="2026-03-03T03:05:03.660" v="1780" actId="14100"/>
          <ac:spMkLst>
            <pc:docMk/>
            <pc:sldMk cId="730307548" sldId="258"/>
            <ac:spMk id="4" creationId="{6D534A98-E84D-ED60-BA14-B43006F8B0A3}"/>
          </ac:spMkLst>
        </pc:spChg>
      </pc:sldChg>
      <pc:sldChg chg="ord">
        <pc:chgData name="Ian Worthington" userId="92edafd6-d177-420c-8014-88886f90aded" providerId="ADAL" clId="{DA5DD6FF-C229-4288-9782-9C12C8E36597}" dt="2026-03-03T03:05:17.065" v="1783"/>
        <pc:sldMkLst>
          <pc:docMk/>
          <pc:sldMk cId="4117799611" sldId="259"/>
        </pc:sldMkLst>
      </pc:sldChg>
      <pc:sldChg chg="modSp new mod ord">
        <pc:chgData name="Ian Worthington" userId="92edafd6-d177-420c-8014-88886f90aded" providerId="ADAL" clId="{DA5DD6FF-C229-4288-9782-9C12C8E36597}" dt="2026-03-03T03:05:23.836" v="1790" actId="20577"/>
        <pc:sldMkLst>
          <pc:docMk/>
          <pc:sldMk cId="1029955048" sldId="261"/>
        </pc:sldMkLst>
        <pc:spChg chg="mod">
          <ac:chgData name="Ian Worthington" userId="92edafd6-d177-420c-8014-88886f90aded" providerId="ADAL" clId="{DA5DD6FF-C229-4288-9782-9C12C8E36597}" dt="2026-03-03T03:05:23.836" v="1790" actId="20577"/>
          <ac:spMkLst>
            <pc:docMk/>
            <pc:sldMk cId="1029955048" sldId="261"/>
            <ac:spMk id="2" creationId="{B507BB28-A00D-A491-4699-FA8D4F77459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D55C55EB-1894-4642-A338-487F4B145966}" type="datetimeFigureOut">
              <a:rPr lang="en-GB" smtClean="0"/>
              <a:t>03/03/2026</a:t>
            </a:fld>
            <a:endParaRPr lang="en-GB"/>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4A027285-728B-4969-AFA1-2C6B54EB5E1F}" type="slidenum">
              <a:rPr lang="en-GB" smtClean="0"/>
              <a:t>‹#›</a:t>
            </a:fld>
            <a:endParaRPr lang="en-GB"/>
          </a:p>
        </p:txBody>
      </p:sp>
    </p:spTree>
    <p:extLst>
      <p:ext uri="{BB962C8B-B14F-4D97-AF65-F5344CB8AC3E}">
        <p14:creationId xmlns:p14="http://schemas.microsoft.com/office/powerpoint/2010/main" val="3019566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A027285-728B-4969-AFA1-2C6B54EB5E1F}" type="slidenum">
              <a:rPr lang="en-GB" smtClean="0"/>
              <a:t>5</a:t>
            </a:fld>
            <a:endParaRPr lang="en-GB"/>
          </a:p>
        </p:txBody>
      </p:sp>
    </p:spTree>
    <p:extLst>
      <p:ext uri="{BB962C8B-B14F-4D97-AF65-F5344CB8AC3E}">
        <p14:creationId xmlns:p14="http://schemas.microsoft.com/office/powerpoint/2010/main" val="2812330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001F5F"/>
                </a:solidFill>
                <a:latin typeface="Microsoft YaHei UI"/>
                <a:cs typeface="Microsoft YaHei UI"/>
              </a:defRPr>
            </a:lvl1pPr>
          </a:lstStyle>
          <a:p>
            <a:endParaRPr/>
          </a:p>
        </p:txBody>
      </p:sp>
      <p:sp>
        <p:nvSpPr>
          <p:cNvPr id="3" name="Holder 3"/>
          <p:cNvSpPr>
            <a:spLocks noGrp="1"/>
          </p:cNvSpPr>
          <p:nvPr>
            <p:ph type="body" idx="1"/>
          </p:nvPr>
        </p:nvSpPr>
        <p:spPr/>
        <p:txBody>
          <a:bodyPr lIns="0" tIns="0" rIns="0" bIns="0"/>
          <a:lstStyle>
            <a:lvl1pPr>
              <a:defRPr sz="1200" b="0" i="0">
                <a:solidFill>
                  <a:srgbClr val="001F5F"/>
                </a:solidFill>
                <a:latin typeface="Microsoft YaHei UI"/>
                <a:cs typeface="Microsoft YaHei U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001F5F"/>
                </a:solidFill>
                <a:latin typeface="Microsoft YaHei UI"/>
                <a:cs typeface="Microsoft YaHei U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001F5F"/>
                </a:solidFill>
                <a:latin typeface="Microsoft YaHei UI"/>
                <a:cs typeface="Microsoft YaHei U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1999" cy="964691"/>
          </a:xfrm>
          <a:prstGeom prst="rect">
            <a:avLst/>
          </a:prstGeom>
        </p:spPr>
      </p:pic>
      <p:sp>
        <p:nvSpPr>
          <p:cNvPr id="2" name="Holder 2"/>
          <p:cNvSpPr>
            <a:spLocks noGrp="1"/>
          </p:cNvSpPr>
          <p:nvPr>
            <p:ph type="title"/>
          </p:nvPr>
        </p:nvSpPr>
        <p:spPr>
          <a:xfrm>
            <a:off x="607872" y="412241"/>
            <a:ext cx="10976254" cy="391159"/>
          </a:xfrm>
          <a:prstGeom prst="rect">
            <a:avLst/>
          </a:prstGeom>
        </p:spPr>
        <p:txBody>
          <a:bodyPr wrap="square" lIns="0" tIns="0" rIns="0" bIns="0">
            <a:spAutoFit/>
          </a:bodyPr>
          <a:lstStyle>
            <a:lvl1pPr>
              <a:defRPr sz="2400" b="1" i="0">
                <a:solidFill>
                  <a:srgbClr val="001F5F"/>
                </a:solidFill>
                <a:latin typeface="Microsoft YaHei UI"/>
                <a:cs typeface="Microsoft YaHei UI"/>
              </a:defRPr>
            </a:lvl1pPr>
          </a:lstStyle>
          <a:p>
            <a:endParaRPr/>
          </a:p>
        </p:txBody>
      </p:sp>
      <p:sp>
        <p:nvSpPr>
          <p:cNvPr id="3" name="Holder 3"/>
          <p:cNvSpPr>
            <a:spLocks noGrp="1"/>
          </p:cNvSpPr>
          <p:nvPr>
            <p:ph type="body" idx="1"/>
          </p:nvPr>
        </p:nvSpPr>
        <p:spPr>
          <a:xfrm>
            <a:off x="424687" y="2897250"/>
            <a:ext cx="6443980" cy="2952115"/>
          </a:xfrm>
          <a:prstGeom prst="rect">
            <a:avLst/>
          </a:prstGeom>
        </p:spPr>
        <p:txBody>
          <a:bodyPr wrap="square" lIns="0" tIns="0" rIns="0" bIns="0">
            <a:spAutoFit/>
          </a:bodyPr>
          <a:lstStyle>
            <a:lvl1pPr>
              <a:defRPr sz="1200" b="0" i="0">
                <a:solidFill>
                  <a:srgbClr val="001F5F"/>
                </a:solidFill>
                <a:latin typeface="Microsoft YaHei UI"/>
                <a:cs typeface="Microsoft YaHei U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3/3/2026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1" y="2819400"/>
            <a:ext cx="12192000" cy="4038600"/>
            <a:chOff x="178307" y="2819400"/>
            <a:chExt cx="12014200" cy="3769360"/>
          </a:xfrm>
        </p:grpSpPr>
        <p:pic>
          <p:nvPicPr>
            <p:cNvPr id="4" name="object 4"/>
            <p:cNvPicPr/>
            <p:nvPr/>
          </p:nvPicPr>
          <p:blipFill>
            <a:blip r:embed="rId2" cstate="print"/>
            <a:stretch>
              <a:fillRect/>
            </a:stretch>
          </p:blipFill>
          <p:spPr>
            <a:xfrm>
              <a:off x="178307" y="2819400"/>
              <a:ext cx="12013692" cy="3762755"/>
            </a:xfrm>
            <a:prstGeom prst="rect">
              <a:avLst/>
            </a:prstGeom>
          </p:spPr>
        </p:pic>
        <p:pic>
          <p:nvPicPr>
            <p:cNvPr id="5" name="object 5"/>
            <p:cNvPicPr/>
            <p:nvPr/>
          </p:nvPicPr>
          <p:blipFill>
            <a:blip r:embed="rId3" cstate="print"/>
            <a:stretch>
              <a:fillRect/>
            </a:stretch>
          </p:blipFill>
          <p:spPr>
            <a:xfrm>
              <a:off x="182879" y="3304031"/>
              <a:ext cx="6144768" cy="3268979"/>
            </a:xfrm>
            <a:prstGeom prst="rect">
              <a:avLst/>
            </a:prstGeom>
          </p:spPr>
        </p:pic>
        <p:pic>
          <p:nvPicPr>
            <p:cNvPr id="6" name="object 6"/>
            <p:cNvPicPr/>
            <p:nvPr/>
          </p:nvPicPr>
          <p:blipFill>
            <a:blip r:embed="rId4" cstate="print"/>
            <a:stretch>
              <a:fillRect/>
            </a:stretch>
          </p:blipFill>
          <p:spPr>
            <a:xfrm>
              <a:off x="4449953" y="3317748"/>
              <a:ext cx="7742047" cy="3270504"/>
            </a:xfrm>
            <a:prstGeom prst="rect">
              <a:avLst/>
            </a:prstGeom>
          </p:spPr>
        </p:pic>
      </p:grpSp>
      <p:sp>
        <p:nvSpPr>
          <p:cNvPr id="2" name="object 2"/>
          <p:cNvSpPr txBox="1"/>
          <p:nvPr/>
        </p:nvSpPr>
        <p:spPr>
          <a:xfrm>
            <a:off x="617219" y="6433283"/>
            <a:ext cx="2639060" cy="201295"/>
          </a:xfrm>
          <a:prstGeom prst="rect">
            <a:avLst/>
          </a:prstGeom>
        </p:spPr>
        <p:txBody>
          <a:bodyPr vert="horz" wrap="square" lIns="0" tIns="8890" rIns="0" bIns="0" rtlCol="0">
            <a:spAutoFit/>
          </a:bodyPr>
          <a:lstStyle/>
          <a:p>
            <a:pPr>
              <a:lnSpc>
                <a:spcPct val="100000"/>
              </a:lnSpc>
              <a:spcBef>
                <a:spcPts val="70"/>
              </a:spcBef>
            </a:pPr>
            <a:r>
              <a:rPr sz="1050" spc="155" dirty="0">
                <a:solidFill>
                  <a:srgbClr val="CECDCD"/>
                </a:solidFill>
                <a:latin typeface="Lucida Sans Unicode"/>
                <a:cs typeface="Lucida Sans Unicode"/>
              </a:rPr>
              <a:t>©</a:t>
            </a:r>
            <a:r>
              <a:rPr sz="1050" spc="25" dirty="0">
                <a:solidFill>
                  <a:srgbClr val="CECDCD"/>
                </a:solidFill>
                <a:latin typeface="Lucida Sans Unicode"/>
                <a:cs typeface="Lucida Sans Unicode"/>
              </a:rPr>
              <a:t> </a:t>
            </a:r>
            <a:r>
              <a:rPr sz="1050" spc="-10" dirty="0">
                <a:solidFill>
                  <a:srgbClr val="CECDCD"/>
                </a:solidFill>
                <a:latin typeface="Lucida Sans Unicode"/>
                <a:cs typeface="Lucida Sans Unicode"/>
              </a:rPr>
              <a:t>Copyright</a:t>
            </a:r>
            <a:r>
              <a:rPr sz="1050" spc="10" dirty="0">
                <a:solidFill>
                  <a:srgbClr val="CECDCD"/>
                </a:solidFill>
                <a:latin typeface="Lucida Sans Unicode"/>
                <a:cs typeface="Lucida Sans Unicode"/>
              </a:rPr>
              <a:t> </a:t>
            </a:r>
            <a:r>
              <a:rPr sz="1050" spc="25" dirty="0">
                <a:solidFill>
                  <a:srgbClr val="CECDCD"/>
                </a:solidFill>
                <a:latin typeface="Lucida Sans Unicode"/>
                <a:cs typeface="Lucida Sans Unicode"/>
              </a:rPr>
              <a:t>FPT </a:t>
            </a:r>
            <a:r>
              <a:rPr sz="1050" spc="20" dirty="0">
                <a:solidFill>
                  <a:srgbClr val="CECDCD"/>
                </a:solidFill>
                <a:latin typeface="Lucida Sans Unicode"/>
                <a:cs typeface="Lucida Sans Unicode"/>
              </a:rPr>
              <a:t>Software</a:t>
            </a:r>
            <a:r>
              <a:rPr sz="1050" spc="5" dirty="0">
                <a:solidFill>
                  <a:srgbClr val="CECDCD"/>
                </a:solidFill>
                <a:latin typeface="Lucida Sans Unicode"/>
                <a:cs typeface="Lucida Sans Unicode"/>
              </a:rPr>
              <a:t> </a:t>
            </a:r>
            <a:r>
              <a:rPr sz="1050" spc="-145" dirty="0">
                <a:solidFill>
                  <a:srgbClr val="CECDCD"/>
                </a:solidFill>
                <a:latin typeface="Lucida Sans Unicode"/>
                <a:cs typeface="Lucida Sans Unicode"/>
              </a:rPr>
              <a:t>-</a:t>
            </a:r>
            <a:r>
              <a:rPr sz="1050" spc="30" dirty="0">
                <a:solidFill>
                  <a:srgbClr val="CECDCD"/>
                </a:solidFill>
                <a:latin typeface="Lucida Sans Unicode"/>
                <a:cs typeface="Lucida Sans Unicode"/>
              </a:rPr>
              <a:t> </a:t>
            </a:r>
            <a:r>
              <a:rPr sz="1050" spc="-20" dirty="0">
                <a:solidFill>
                  <a:srgbClr val="CECDCD"/>
                </a:solidFill>
                <a:latin typeface="Lucida Sans Unicode"/>
                <a:cs typeface="Lucida Sans Unicode"/>
              </a:rPr>
              <a:t>Confidential</a:t>
            </a:r>
            <a:endParaRPr sz="1050" dirty="0">
              <a:latin typeface="Lucida Sans Unicode"/>
              <a:cs typeface="Lucida Sans Unicode"/>
            </a:endParaRPr>
          </a:p>
        </p:txBody>
      </p:sp>
      <p:sp>
        <p:nvSpPr>
          <p:cNvPr id="7" name="object 7"/>
          <p:cNvSpPr txBox="1">
            <a:spLocks noGrp="1"/>
          </p:cNvSpPr>
          <p:nvPr>
            <p:ph type="title"/>
          </p:nvPr>
        </p:nvSpPr>
        <p:spPr>
          <a:xfrm>
            <a:off x="533400" y="61381"/>
            <a:ext cx="8231328" cy="382156"/>
          </a:xfrm>
          <a:prstGeom prst="rect">
            <a:avLst/>
          </a:prstGeom>
        </p:spPr>
        <p:txBody>
          <a:bodyPr vert="horz" wrap="square" lIns="0" tIns="12700" rIns="0" bIns="0" rtlCol="0">
            <a:spAutoFit/>
          </a:bodyPr>
          <a:lstStyle/>
          <a:p>
            <a:pPr marL="12700">
              <a:lnSpc>
                <a:spcPct val="100000"/>
              </a:lnSpc>
              <a:spcBef>
                <a:spcPts val="100"/>
              </a:spcBef>
            </a:pPr>
            <a:r>
              <a:rPr lang="en-US" altLang="ja-JP" spc="280" dirty="0">
                <a:latin typeface="Meiryo UI" panose="020B0604030504040204" pitchFamily="34" charset="-128"/>
                <a:ea typeface="Meiryo UI" panose="020B0604030504040204" pitchFamily="34" charset="-128"/>
              </a:rPr>
              <a:t>Consultant</a:t>
            </a:r>
            <a:r>
              <a:rPr spc="280" dirty="0"/>
              <a:t>:</a:t>
            </a:r>
            <a:r>
              <a:rPr lang="ja-JP" altLang="en-US" spc="55" dirty="0"/>
              <a:t> </a:t>
            </a:r>
            <a:r>
              <a:rPr lang="en-US" altLang="ja-JP" spc="55" dirty="0"/>
              <a:t>Ian Worthington (</a:t>
            </a:r>
            <a:r>
              <a:rPr lang="ja-JP" altLang="en-US" spc="55" dirty="0"/>
              <a:t>イアン</a:t>
            </a:r>
            <a:r>
              <a:rPr lang="en-US" altLang="ja-JP" spc="55" dirty="0"/>
              <a:t>)</a:t>
            </a:r>
            <a:endParaRPr spc="245" dirty="0"/>
          </a:p>
        </p:txBody>
      </p:sp>
      <p:sp>
        <p:nvSpPr>
          <p:cNvPr id="9" name="object 9"/>
          <p:cNvSpPr txBox="1"/>
          <p:nvPr/>
        </p:nvSpPr>
        <p:spPr>
          <a:xfrm>
            <a:off x="424686" y="963828"/>
            <a:ext cx="6280914" cy="5550237"/>
          </a:xfrm>
          <a:prstGeom prst="rect">
            <a:avLst/>
          </a:prstGeom>
        </p:spPr>
        <p:txBody>
          <a:bodyPr vert="horz" wrap="square" lIns="0" tIns="134620" rIns="0" bIns="0" rtlCol="0" anchor="t">
            <a:spAutoFit/>
          </a:bodyPr>
          <a:lstStyle/>
          <a:p>
            <a:pPr marL="299085" indent="-287020">
              <a:lnSpc>
                <a:spcPct val="100000"/>
              </a:lnSpc>
              <a:spcBef>
                <a:spcPts val="1060"/>
              </a:spcBef>
              <a:buFont typeface="Wingdings"/>
              <a:buChar char=""/>
              <a:tabLst>
                <a:tab pos="299720" algn="l"/>
              </a:tabLst>
            </a:pPr>
            <a:r>
              <a:rPr lang="en-US" sz="1600" b="1" spc="-5" dirty="0">
                <a:solidFill>
                  <a:srgbClr val="001F5F"/>
                </a:solidFill>
                <a:latin typeface="Meiryo UI" panose="020B0604030504040204" pitchFamily="50" charset="-128"/>
                <a:ea typeface="Meiryo UI" panose="020B0604030504040204" pitchFamily="50" charset="-128"/>
              </a:rPr>
              <a:t>Position</a:t>
            </a:r>
            <a:r>
              <a:rPr sz="1600" b="1" spc="-5" dirty="0">
                <a:solidFill>
                  <a:srgbClr val="001F5F"/>
                </a:solidFill>
                <a:latin typeface="Meiryo UI" panose="020B0604030504040204" pitchFamily="50" charset="-128"/>
                <a:ea typeface="Meiryo UI" panose="020B0604030504040204" pitchFamily="50" charset="-128"/>
              </a:rPr>
              <a:t>：</a:t>
            </a:r>
            <a:r>
              <a:rPr lang="en-GB" sz="1600" b="1" spc="-5" dirty="0">
                <a:solidFill>
                  <a:srgbClr val="001F5F"/>
                </a:solidFill>
                <a:latin typeface="Meiryo UI" panose="020B0604030504040204" pitchFamily="50" charset="-128"/>
                <a:ea typeface="Meiryo UI" panose="020B0604030504040204" pitchFamily="50" charset="-128"/>
              </a:rPr>
              <a:t>AI/</a:t>
            </a:r>
            <a:r>
              <a:rPr lang="en-US" sz="1600" b="1" spc="-5" dirty="0">
                <a:solidFill>
                  <a:srgbClr val="001F5F"/>
                </a:solidFill>
                <a:latin typeface="Meiryo UI" panose="020B0604030504040204" pitchFamily="50" charset="-128"/>
                <a:ea typeface="Meiryo UI" panose="020B0604030504040204" pitchFamily="50" charset="-128"/>
              </a:rPr>
              <a:t>Technical Consultant/Solutions Architect</a:t>
            </a:r>
            <a:endParaRPr sz="1600" b="1" spc="-5" dirty="0">
              <a:solidFill>
                <a:srgbClr val="001F5F"/>
              </a:solidFill>
              <a:latin typeface="Meiryo UI" panose="020B0604030504040204" pitchFamily="50" charset="-128"/>
              <a:ea typeface="Meiryo UI" panose="020B0604030504040204" pitchFamily="50" charset="-128"/>
            </a:endParaRPr>
          </a:p>
          <a:p>
            <a:pPr marL="299085" indent="-287020">
              <a:lnSpc>
                <a:spcPct val="100000"/>
              </a:lnSpc>
              <a:spcBef>
                <a:spcPts val="960"/>
              </a:spcBef>
              <a:buFont typeface="Wingdings"/>
              <a:buChar char=""/>
              <a:tabLst>
                <a:tab pos="299720" algn="l"/>
              </a:tabLst>
            </a:pPr>
            <a:r>
              <a:rPr lang="en-US" sz="1600" b="1" spc="-5" dirty="0">
                <a:solidFill>
                  <a:srgbClr val="001F5F"/>
                </a:solidFill>
                <a:latin typeface="Meiryo UI" panose="020B0604030504040204" pitchFamily="50" charset="-128"/>
                <a:ea typeface="Meiryo UI" panose="020B0604030504040204" pitchFamily="50" charset="-128"/>
                <a:cs typeface="Microsoft YaHei UI"/>
              </a:rPr>
              <a:t>Specialization</a:t>
            </a:r>
            <a:r>
              <a:rPr sz="1600" b="1" spc="-5" dirty="0">
                <a:solidFill>
                  <a:srgbClr val="001F5F"/>
                </a:solidFill>
                <a:latin typeface="Meiryo UI" panose="020B0604030504040204" pitchFamily="50" charset="-128"/>
                <a:ea typeface="Meiryo UI" panose="020B0604030504040204" pitchFamily="50" charset="-128"/>
                <a:cs typeface="Microsoft YaHei UI"/>
              </a:rPr>
              <a:t>：</a:t>
            </a:r>
            <a:endParaRPr sz="1600" dirty="0">
              <a:latin typeface="Meiryo UI" panose="020B0604030504040204" pitchFamily="50" charset="-128"/>
              <a:ea typeface="Meiryo UI" panose="020B0604030504040204" pitchFamily="50" charset="-128"/>
              <a:cs typeface="Microsoft YaHei UI"/>
            </a:endParaRPr>
          </a:p>
          <a:p>
            <a:pPr marL="603885" lvl="1" indent="-287020">
              <a:lnSpc>
                <a:spcPct val="100000"/>
              </a:lnSpc>
              <a:spcBef>
                <a:spcPts val="819"/>
              </a:spcBef>
              <a:buFont typeface="Wingdings"/>
              <a:buChar char=""/>
              <a:tabLst>
                <a:tab pos="603885" algn="l"/>
                <a:tab pos="604520" algn="l"/>
              </a:tabLst>
            </a:pPr>
            <a:r>
              <a:rPr lang="en-US" altLang="ja-JP" sz="1200" spc="-40" dirty="0">
                <a:solidFill>
                  <a:srgbClr val="001F5F"/>
                </a:solidFill>
                <a:latin typeface="Meiryo UI" panose="020B0604030504040204" pitchFamily="50" charset="-128"/>
                <a:ea typeface="Meiryo UI" panose="020B0604030504040204" pitchFamily="50" charset="-128"/>
                <a:cs typeface="Microsoft YaHei UI"/>
              </a:rPr>
              <a:t>Healthcare: Development, testing and admin</a:t>
            </a:r>
          </a:p>
          <a:p>
            <a:pPr marL="603885" lvl="1" indent="-287020">
              <a:lnSpc>
                <a:spcPct val="100000"/>
              </a:lnSpc>
              <a:spcBef>
                <a:spcPts val="819"/>
              </a:spcBef>
              <a:buFont typeface="Wingdings"/>
              <a:buChar char=""/>
              <a:tabLst>
                <a:tab pos="603885" algn="l"/>
                <a:tab pos="604520" algn="l"/>
              </a:tabLst>
            </a:pPr>
            <a:r>
              <a:rPr lang="en-US" altLang="ja-JP" sz="1200" spc="-40" dirty="0">
                <a:solidFill>
                  <a:srgbClr val="001F5F"/>
                </a:solidFill>
                <a:latin typeface="Meiryo UI" panose="020B0604030504040204" pitchFamily="50" charset="-128"/>
                <a:ea typeface="Meiryo UI" panose="020B0604030504040204" pitchFamily="50" charset="-128"/>
                <a:cs typeface="Microsoft YaHei UI"/>
              </a:rPr>
              <a:t>EDI Systems: Date flow/management for factory systems</a:t>
            </a:r>
          </a:p>
          <a:p>
            <a:pPr marL="603885" lvl="1" indent="-287020">
              <a:lnSpc>
                <a:spcPct val="100000"/>
              </a:lnSpc>
              <a:spcBef>
                <a:spcPts val="819"/>
              </a:spcBef>
              <a:buFont typeface="Wingdings"/>
              <a:buChar char=""/>
              <a:tabLst>
                <a:tab pos="603885" algn="l"/>
                <a:tab pos="604520" algn="l"/>
              </a:tabLst>
            </a:pPr>
            <a:r>
              <a:rPr lang="en-US" altLang="ja-JP" sz="1200" spc="-40" dirty="0">
                <a:solidFill>
                  <a:srgbClr val="001F5F"/>
                </a:solidFill>
                <a:latin typeface="Meiryo UI"/>
                <a:ea typeface="Meiryo UI"/>
                <a:cs typeface="Microsoft YaHei UI"/>
              </a:rPr>
              <a:t>B2C: Public facing UX/UI design points (Material design)</a:t>
            </a:r>
          </a:p>
          <a:p>
            <a:pPr marL="603885" lvl="1" indent="-287020">
              <a:lnSpc>
                <a:spcPct val="100000"/>
              </a:lnSpc>
              <a:spcBef>
                <a:spcPts val="819"/>
              </a:spcBef>
              <a:buFont typeface="Wingdings"/>
              <a:buChar char=""/>
              <a:tabLst>
                <a:tab pos="603885" algn="l"/>
                <a:tab pos="604520" algn="l"/>
              </a:tabLst>
            </a:pPr>
            <a:r>
              <a:rPr lang="en-US" altLang="ja-JP" sz="1200" spc="-40" dirty="0">
                <a:solidFill>
                  <a:srgbClr val="001F5F"/>
                </a:solidFill>
                <a:latin typeface="Meiryo UI" panose="020B0604030504040204" pitchFamily="50" charset="-128"/>
                <a:ea typeface="Meiryo UI" panose="020B0604030504040204" pitchFamily="50" charset="-128"/>
                <a:cs typeface="Microsoft YaHei UI"/>
              </a:rPr>
              <a:t>AI/Machine learning: Preprocessing -&gt; Model deployment</a:t>
            </a:r>
          </a:p>
          <a:p>
            <a:pPr marL="603885" lvl="1" indent="-287020">
              <a:lnSpc>
                <a:spcPct val="100000"/>
              </a:lnSpc>
              <a:spcBef>
                <a:spcPts val="819"/>
              </a:spcBef>
              <a:buFont typeface="Wingdings"/>
              <a:buChar char=""/>
              <a:tabLst>
                <a:tab pos="603885" algn="l"/>
                <a:tab pos="604520" algn="l"/>
              </a:tabLst>
            </a:pPr>
            <a:r>
              <a:rPr lang="en-US" altLang="ja-JP" sz="1200" spc="-40" dirty="0">
                <a:solidFill>
                  <a:srgbClr val="001F5F"/>
                </a:solidFill>
                <a:latin typeface="Meiryo UI" panose="020B0604030504040204" pitchFamily="50" charset="-128"/>
                <a:ea typeface="Meiryo UI" panose="020B0604030504040204" pitchFamily="50" charset="-128"/>
                <a:cs typeface="Microsoft YaHei UI"/>
              </a:rPr>
              <a:t>Working with AI agents/development</a:t>
            </a:r>
            <a:endParaRPr lang="en-US" altLang="ja-JP" sz="1200" spc="-5" dirty="0">
              <a:solidFill>
                <a:srgbClr val="001F5F"/>
              </a:solidFill>
              <a:latin typeface="Meiryo UI" panose="020B0604030504040204" pitchFamily="50" charset="-128"/>
              <a:ea typeface="Meiryo UI" panose="020B0604030504040204" pitchFamily="50" charset="-128"/>
              <a:cs typeface="Microsoft YaHei UI"/>
            </a:endParaRPr>
          </a:p>
          <a:p>
            <a:pPr marL="145415" indent="-285750">
              <a:spcBef>
                <a:spcPts val="819"/>
              </a:spcBef>
              <a:buFont typeface="Wingdings" panose="05000000000000000000" pitchFamily="2" charset="2"/>
              <a:buChar char="u"/>
              <a:tabLst>
                <a:tab pos="603885" algn="l"/>
                <a:tab pos="604520" algn="l"/>
              </a:tabLst>
            </a:pPr>
            <a:r>
              <a:rPr lang="en-US" altLang="ja-JP" sz="1600" b="1" spc="-5" dirty="0">
                <a:solidFill>
                  <a:srgbClr val="001F5F"/>
                </a:solidFill>
                <a:latin typeface="Meiryo UI" panose="020B0604030504040204" pitchFamily="50" charset="-128"/>
                <a:ea typeface="Meiryo UI" panose="020B0604030504040204" pitchFamily="50" charset="-128"/>
                <a:cs typeface="Microsoft YaHei UI"/>
              </a:rPr>
              <a:t>Development knowledge</a:t>
            </a:r>
            <a:r>
              <a:rPr lang="ja-JP" altLang="en-US" sz="1600" b="1" spc="-5" dirty="0">
                <a:solidFill>
                  <a:srgbClr val="001F5F"/>
                </a:solidFill>
                <a:latin typeface="Meiryo UI" panose="020B0604030504040204" pitchFamily="50" charset="-128"/>
                <a:ea typeface="Meiryo UI" panose="020B0604030504040204" pitchFamily="50" charset="-128"/>
                <a:cs typeface="Microsoft YaHei UI"/>
              </a:rPr>
              <a:t>：</a:t>
            </a:r>
            <a:endParaRPr lang="en-US" altLang="ja-JP" sz="1600" b="1" spc="-5" dirty="0">
              <a:solidFill>
                <a:srgbClr val="001F5F"/>
              </a:solidFill>
              <a:latin typeface="Meiryo UI" panose="020B0604030504040204" pitchFamily="50" charset="-128"/>
              <a:ea typeface="Meiryo UI" panose="020B0604030504040204" pitchFamily="50" charset="-128"/>
              <a:cs typeface="Microsoft YaHei UI"/>
            </a:endParaRPr>
          </a:p>
          <a:p>
            <a:pPr marL="602615" lvl="1" indent="-285750">
              <a:spcBef>
                <a:spcPts val="819"/>
              </a:spcBef>
              <a:buFont typeface="Wingdings" panose="05000000000000000000" pitchFamily="2" charset="2"/>
              <a:buChar char="Ø"/>
              <a:tabLst>
                <a:tab pos="603885" algn="l"/>
                <a:tab pos="604520" algn="l"/>
              </a:tabLst>
            </a:pPr>
            <a:r>
              <a:rPr lang="en-US" altLang="ja-JP" sz="1200" spc="-40" dirty="0">
                <a:solidFill>
                  <a:srgbClr val="001F5F"/>
                </a:solidFill>
                <a:latin typeface="Meiryo UI" panose="020B0604030504040204" pitchFamily="50" charset="-128"/>
                <a:ea typeface="Meiryo UI" panose="020B0604030504040204" pitchFamily="50" charset="-128"/>
                <a:cs typeface="Microsoft YaHei UI"/>
              </a:rPr>
              <a:t>B</a:t>
            </a:r>
            <a:r>
              <a:rPr lang="en-US" altLang="ja-JP" sz="1200" spc="-5" dirty="0">
                <a:solidFill>
                  <a:srgbClr val="001F5F"/>
                </a:solidFill>
                <a:latin typeface="Meiryo UI" panose="020B0604030504040204" pitchFamily="50" charset="-128"/>
                <a:ea typeface="Meiryo UI" panose="020B0604030504040204" pitchFamily="50" charset="-128"/>
                <a:cs typeface="Microsoft YaHei UI"/>
              </a:rPr>
              <a:t>lood analysis systems</a:t>
            </a:r>
            <a:endParaRPr lang="en-US" altLang="ja-JP" sz="1200" spc="-40" dirty="0">
              <a:solidFill>
                <a:srgbClr val="001F5F"/>
              </a:solidFill>
              <a:latin typeface="Meiryo UI" panose="020B0604030504040204" pitchFamily="50" charset="-128"/>
              <a:ea typeface="Meiryo UI" panose="020B0604030504040204" pitchFamily="50" charset="-128"/>
              <a:cs typeface="Microsoft YaHei UI"/>
            </a:endParaRPr>
          </a:p>
          <a:p>
            <a:pPr marL="602615" lvl="1" indent="-285750">
              <a:spcBef>
                <a:spcPts val="819"/>
              </a:spcBef>
              <a:buFont typeface="Wingdings" panose="05000000000000000000" pitchFamily="2" charset="2"/>
              <a:buChar char="Ø"/>
              <a:tabLst>
                <a:tab pos="603885" algn="l"/>
                <a:tab pos="604520" algn="l"/>
              </a:tabLst>
            </a:pPr>
            <a:r>
              <a:rPr lang="en-US" altLang="ja-JP" sz="1200" spc="-40" dirty="0">
                <a:solidFill>
                  <a:srgbClr val="001F5F"/>
                </a:solidFill>
                <a:latin typeface="Meiryo UI" panose="020B0604030504040204" pitchFamily="50" charset="-128"/>
                <a:ea typeface="Meiryo UI" panose="020B0604030504040204" pitchFamily="50" charset="-128"/>
                <a:cs typeface="Microsoft YaHei UI"/>
              </a:rPr>
              <a:t>Factory/production line systems</a:t>
            </a:r>
          </a:p>
          <a:p>
            <a:pPr marL="602615" lvl="1" indent="-285750">
              <a:spcBef>
                <a:spcPts val="819"/>
              </a:spcBef>
              <a:buFont typeface="Wingdings" panose="05000000000000000000" pitchFamily="2" charset="2"/>
              <a:buChar char="Ø"/>
              <a:tabLst>
                <a:tab pos="603885" algn="l"/>
                <a:tab pos="604520" algn="l"/>
              </a:tabLst>
            </a:pPr>
            <a:r>
              <a:rPr lang="en-US" altLang="ja-JP" sz="1200" spc="-40" dirty="0">
                <a:solidFill>
                  <a:srgbClr val="001F5F"/>
                </a:solidFill>
                <a:latin typeface="Meiryo UI" panose="020B0604030504040204" pitchFamily="50" charset="-128"/>
                <a:ea typeface="Meiryo UI" panose="020B0604030504040204" pitchFamily="50" charset="-128"/>
                <a:cs typeface="Microsoft YaHei UI"/>
              </a:rPr>
              <a:t>Booking systems</a:t>
            </a:r>
            <a:endParaRPr kumimoji="0" lang="en-US" altLang="ja-JP" sz="1200" b="1" kern="0" spc="-340" dirty="0">
              <a:solidFill>
                <a:srgbClr val="001F5F"/>
              </a:solidFill>
              <a:latin typeface="Meiryo UI" panose="020B0604030504040204" pitchFamily="50" charset="-128"/>
              <a:ea typeface="Meiryo UI" panose="020B0604030504040204" pitchFamily="50" charset="-128"/>
              <a:cs typeface="Microsoft YaHei UI"/>
            </a:endParaRPr>
          </a:p>
          <a:p>
            <a:pPr marL="145415" indent="-285750">
              <a:spcBef>
                <a:spcPts val="819"/>
              </a:spcBef>
              <a:buFont typeface="Wingdings" panose="05000000000000000000" pitchFamily="2" charset="2"/>
              <a:buChar char="u"/>
              <a:tabLst>
                <a:tab pos="603885" algn="l"/>
                <a:tab pos="604520" algn="l"/>
              </a:tabLst>
            </a:pPr>
            <a:r>
              <a:rPr kumimoji="0" lang="en-US" altLang="ja-JP" sz="1600" b="1" i="0" u="none" strike="noStrike" kern="0" cap="none" spc="-10" normalizeH="0" baseline="0" noProof="0" dirty="0">
                <a:ln>
                  <a:noFill/>
                </a:ln>
                <a:solidFill>
                  <a:srgbClr val="001F5F"/>
                </a:solidFill>
                <a:effectLst/>
                <a:uLnTx/>
                <a:uFillTx/>
                <a:latin typeface="Meiryo UI" panose="020B0604030504040204" pitchFamily="50" charset="-128"/>
                <a:ea typeface="Meiryo UI" panose="020B0604030504040204" pitchFamily="50" charset="-128"/>
                <a:cs typeface="Microsoft YaHei UI"/>
              </a:rPr>
              <a:t>Experience</a:t>
            </a:r>
            <a:r>
              <a:rPr kumimoji="0" lang="ja-JP" altLang="en-US" sz="1600" b="1" i="0" u="none" strike="noStrike" kern="0" cap="none" spc="-10" normalizeH="0" baseline="0" noProof="0" dirty="0">
                <a:ln>
                  <a:noFill/>
                </a:ln>
                <a:solidFill>
                  <a:srgbClr val="001F5F"/>
                </a:solidFill>
                <a:effectLst/>
                <a:uLnTx/>
                <a:uFillTx/>
                <a:latin typeface="Meiryo UI" panose="020B0604030504040204" pitchFamily="50" charset="-128"/>
                <a:ea typeface="Meiryo UI" panose="020B0604030504040204" pitchFamily="50" charset="-128"/>
                <a:cs typeface="Microsoft YaHei UI"/>
              </a:rPr>
              <a:t>：</a:t>
            </a:r>
            <a:endParaRPr kumimoji="0" lang="ja-JP" altLang="en-US" sz="1600" b="0" i="0" u="none" strike="noStrike" kern="0" cap="none" spc="0" normalizeH="0" baseline="0" noProof="0" dirty="0">
              <a:ln>
                <a:noFill/>
              </a:ln>
              <a:solidFill>
                <a:srgbClr val="001F5F"/>
              </a:solidFill>
              <a:effectLst/>
              <a:uLnTx/>
              <a:uFillTx/>
              <a:latin typeface="Meiryo UI" panose="020B0604030504040204" pitchFamily="50" charset="-128"/>
              <a:ea typeface="Meiryo UI" panose="020B0604030504040204" pitchFamily="50" charset="-128"/>
              <a:cs typeface="Microsoft YaHei UI"/>
            </a:endParaRPr>
          </a:p>
          <a:p>
            <a:pPr marL="603885" lvl="1" indent="-287020">
              <a:spcBef>
                <a:spcPts val="819"/>
              </a:spcBef>
              <a:buFont typeface="Wingdings"/>
              <a:buChar char=""/>
              <a:tabLst>
                <a:tab pos="603885" algn="l"/>
                <a:tab pos="604520" algn="l"/>
              </a:tabLst>
              <a:defRPr/>
            </a:pPr>
            <a:r>
              <a:rPr lang="en-US" altLang="ja-JP" sz="1200" spc="-40" dirty="0">
                <a:solidFill>
                  <a:srgbClr val="001F5F"/>
                </a:solidFill>
                <a:latin typeface="Meiryo UI" panose="020B0604030504040204" pitchFamily="50" charset="-128"/>
                <a:ea typeface="Meiryo UI" panose="020B0604030504040204" pitchFamily="50" charset="-128"/>
                <a:cs typeface="Microsoft YaHei UI"/>
              </a:rPr>
              <a:t>Factory EDI system, Lead Developer, </a:t>
            </a:r>
            <a:r>
              <a:rPr kumimoji="0" lang="en-US" altLang="ja-JP" sz="1200" kern="0" dirty="0">
                <a:solidFill>
                  <a:srgbClr val="001F5F"/>
                </a:solidFill>
                <a:latin typeface="Meiryo UI" panose="020B0604030504040204" pitchFamily="50" charset="-128"/>
                <a:ea typeface="Meiryo UI" panose="020B0604030504040204" pitchFamily="50" charset="-128"/>
                <a:cs typeface="Microsoft YaHei UI"/>
              </a:rPr>
              <a:t>6</a:t>
            </a:r>
            <a:r>
              <a:rPr kumimoji="0" lang="ja-JP" altLang="en-US" sz="1200" kern="0" dirty="0">
                <a:solidFill>
                  <a:srgbClr val="001F5F"/>
                </a:solidFill>
                <a:latin typeface="Meiryo UI" panose="020B0604030504040204" pitchFamily="50" charset="-128"/>
                <a:ea typeface="Meiryo UI" panose="020B0604030504040204" pitchFamily="50" charset="-128"/>
                <a:cs typeface="Microsoft YaHei UI"/>
              </a:rPr>
              <a:t> </a:t>
            </a:r>
            <a:r>
              <a:rPr kumimoji="0" lang="en-US" altLang="ja-JP" sz="1200" kern="0" dirty="0">
                <a:solidFill>
                  <a:srgbClr val="001F5F"/>
                </a:solidFill>
                <a:latin typeface="Meiryo UI" panose="020B0604030504040204" pitchFamily="50" charset="-128"/>
                <a:ea typeface="Meiryo UI" panose="020B0604030504040204" pitchFamily="50" charset="-128"/>
                <a:cs typeface="Microsoft YaHei UI"/>
              </a:rPr>
              <a:t>years/4 people</a:t>
            </a:r>
            <a:endParaRPr lang="en-US" altLang="ja-JP" sz="1200" spc="-5" dirty="0">
              <a:solidFill>
                <a:srgbClr val="001F5F"/>
              </a:solidFill>
              <a:latin typeface="Meiryo UI" panose="020B0604030504040204" pitchFamily="50" charset="-128"/>
              <a:ea typeface="Meiryo UI" panose="020B0604030504040204" pitchFamily="50" charset="-128"/>
              <a:cs typeface="Microsoft YaHei UI"/>
            </a:endParaRPr>
          </a:p>
          <a:p>
            <a:pPr marL="603885" marR="0" lvl="1" indent="-287020" defTabSz="914400" eaLnBrk="1" fontAlgn="auto" latinLnBrk="0" hangingPunct="1">
              <a:lnSpc>
                <a:spcPct val="100000"/>
              </a:lnSpc>
              <a:spcBef>
                <a:spcPts val="819"/>
              </a:spcBef>
              <a:spcAft>
                <a:spcPts val="0"/>
              </a:spcAft>
              <a:buClrTx/>
              <a:buSzTx/>
              <a:buFont typeface="Wingdings"/>
              <a:buChar char=""/>
              <a:tabLst>
                <a:tab pos="603885" algn="l"/>
                <a:tab pos="604520" algn="l"/>
              </a:tabLst>
              <a:defRPr/>
            </a:pPr>
            <a:r>
              <a:rPr lang="en-US" altLang="ja-JP" sz="1200" spc="-5" dirty="0">
                <a:solidFill>
                  <a:srgbClr val="001F5F"/>
                </a:solidFill>
                <a:latin typeface="Meiryo UI" panose="020B0604030504040204" pitchFamily="50" charset="-128"/>
                <a:ea typeface="Meiryo UI" panose="020B0604030504040204" pitchFamily="50" charset="-128"/>
                <a:cs typeface="Microsoft YaHei UI"/>
              </a:rPr>
              <a:t>Blood Analysis, </a:t>
            </a:r>
            <a:r>
              <a:rPr lang="en-GB" altLang="ja-JP" sz="1200" spc="-5" dirty="0">
                <a:solidFill>
                  <a:srgbClr val="001F5F"/>
                </a:solidFill>
                <a:latin typeface="Meiryo UI" panose="020B0604030504040204" pitchFamily="50" charset="-128"/>
                <a:ea typeface="Meiryo UI" panose="020B0604030504040204" pitchFamily="50" charset="-128"/>
                <a:cs typeface="Microsoft YaHei UI"/>
              </a:rPr>
              <a:t>Solutions Architect</a:t>
            </a:r>
            <a:r>
              <a:rPr kumimoji="0" lang="en-GB" altLang="ja-JP" sz="1200" kern="0" spc="-5" dirty="0">
                <a:solidFill>
                  <a:srgbClr val="001F5F"/>
                </a:solidFill>
                <a:latin typeface="Meiryo UI" panose="020B0604030504040204" pitchFamily="50" charset="-128"/>
                <a:ea typeface="Meiryo UI" panose="020B0604030504040204" pitchFamily="50" charset="-128"/>
                <a:cs typeface="Microsoft YaHei UI"/>
              </a:rPr>
              <a:t>, </a:t>
            </a:r>
            <a:r>
              <a:rPr kumimoji="0" lang="en-US" altLang="ja-JP" sz="1200" b="0" i="0" u="none" strike="noStrike" kern="0" cap="none" spc="0" normalizeH="0" baseline="0" noProof="0" dirty="0">
                <a:ln>
                  <a:noFill/>
                </a:ln>
                <a:solidFill>
                  <a:srgbClr val="001F5F"/>
                </a:solidFill>
                <a:effectLst/>
                <a:uLnTx/>
                <a:uFillTx/>
                <a:latin typeface="Meiryo UI" panose="020B0604030504040204" pitchFamily="50" charset="-128"/>
                <a:ea typeface="Meiryo UI" panose="020B0604030504040204" pitchFamily="50" charset="-128"/>
                <a:cs typeface="Microsoft YaHei UI"/>
              </a:rPr>
              <a:t>2 years/20 people</a:t>
            </a:r>
          </a:p>
          <a:p>
            <a:pPr marL="603885" lvl="1" indent="-287020">
              <a:spcBef>
                <a:spcPts val="819"/>
              </a:spcBef>
              <a:buFont typeface="Wingdings"/>
              <a:buChar char=""/>
              <a:tabLst>
                <a:tab pos="603885" algn="l"/>
                <a:tab pos="604520" algn="l"/>
              </a:tabLst>
              <a:defRPr/>
            </a:pPr>
            <a:r>
              <a:rPr kumimoji="0" lang="en-US" altLang="ja-JP" sz="1200" kern="0" dirty="0">
                <a:solidFill>
                  <a:srgbClr val="001F5F"/>
                </a:solidFill>
                <a:latin typeface="Meiryo UI" panose="020B0604030504040204" pitchFamily="50" charset="-128"/>
                <a:ea typeface="Meiryo UI" panose="020B0604030504040204" pitchFamily="50" charset="-128"/>
                <a:cs typeface="Microsoft YaHei UI"/>
              </a:rPr>
              <a:t>AI/statistical modelling, PM/Tech lead, 1</a:t>
            </a:r>
            <a:r>
              <a:rPr kumimoji="0" lang="ja-JP" altLang="en-US" sz="1200" kern="0" dirty="0">
                <a:solidFill>
                  <a:srgbClr val="001F5F"/>
                </a:solidFill>
                <a:latin typeface="Meiryo UI" panose="020B0604030504040204" pitchFamily="50" charset="-128"/>
                <a:ea typeface="Meiryo UI" panose="020B0604030504040204" pitchFamily="50" charset="-128"/>
                <a:cs typeface="Microsoft YaHei UI"/>
              </a:rPr>
              <a:t> </a:t>
            </a:r>
            <a:r>
              <a:rPr kumimoji="0" lang="en-US" altLang="ja-JP" sz="1200" kern="0" dirty="0">
                <a:solidFill>
                  <a:srgbClr val="001F5F"/>
                </a:solidFill>
                <a:latin typeface="Meiryo UI" panose="020B0604030504040204" pitchFamily="50" charset="-128"/>
                <a:ea typeface="Meiryo UI" panose="020B0604030504040204" pitchFamily="50" charset="-128"/>
                <a:cs typeface="Microsoft YaHei UI"/>
              </a:rPr>
              <a:t>year/3 people</a:t>
            </a:r>
            <a:endParaRPr kumimoji="0" lang="en-GB" altLang="ja-JP" sz="1200" kern="0" dirty="0">
              <a:solidFill>
                <a:srgbClr val="001F5F"/>
              </a:solidFill>
              <a:latin typeface="Meiryo UI" panose="020B0604030504040204" pitchFamily="50" charset="-128"/>
              <a:ea typeface="Meiryo UI" panose="020B0604030504040204" pitchFamily="50" charset="-128"/>
              <a:cs typeface="Microsoft YaHei UI"/>
            </a:endParaRPr>
          </a:p>
          <a:p>
            <a:pPr marL="603885" marR="0" lvl="1" indent="-287020" defTabSz="914400" eaLnBrk="1" fontAlgn="auto" latinLnBrk="0" hangingPunct="1">
              <a:lnSpc>
                <a:spcPct val="100000"/>
              </a:lnSpc>
              <a:spcBef>
                <a:spcPts val="819"/>
              </a:spcBef>
              <a:spcAft>
                <a:spcPts val="0"/>
              </a:spcAft>
              <a:buClrTx/>
              <a:buSzTx/>
              <a:buFont typeface="Wingdings"/>
              <a:buChar char=""/>
              <a:tabLst>
                <a:tab pos="603885" algn="l"/>
                <a:tab pos="604520" algn="l"/>
              </a:tabLst>
              <a:defRPr/>
            </a:pPr>
            <a:r>
              <a:rPr kumimoji="0" lang="en-GB" altLang="ja-JP" sz="1200" kern="0" dirty="0">
                <a:solidFill>
                  <a:srgbClr val="001F5F"/>
                </a:solidFill>
                <a:latin typeface="Meiryo UI" panose="020B0604030504040204" pitchFamily="50" charset="-128"/>
                <a:ea typeface="Meiryo UI" panose="020B0604030504040204" pitchFamily="50" charset="-128"/>
                <a:cs typeface="Microsoft YaHei UI"/>
              </a:rPr>
              <a:t>eCommerce redesign, PM/Designer, 1 year/3 people</a:t>
            </a:r>
            <a:endParaRPr kumimoji="0" lang="en-US" altLang="ja-JP" sz="1200" kern="0" dirty="0">
              <a:solidFill>
                <a:srgbClr val="001F5F"/>
              </a:solidFill>
              <a:latin typeface="Meiryo UI" panose="020B0604030504040204" pitchFamily="50" charset="-128"/>
              <a:ea typeface="Meiryo UI" panose="020B0604030504040204" pitchFamily="50" charset="-128"/>
              <a:cs typeface="Microsoft YaHei UI"/>
            </a:endParaRPr>
          </a:p>
          <a:p>
            <a:pPr marL="299085" marR="0" lvl="0" indent="-287020" defTabSz="914400" eaLnBrk="1" fontAlgn="auto" latinLnBrk="0" hangingPunct="1">
              <a:lnSpc>
                <a:spcPct val="100000"/>
              </a:lnSpc>
              <a:spcBef>
                <a:spcPts val="860"/>
              </a:spcBef>
              <a:spcAft>
                <a:spcPts val="0"/>
              </a:spcAft>
              <a:buClrTx/>
              <a:buSzTx/>
              <a:buFont typeface="Wingdings"/>
              <a:buChar char=""/>
              <a:tabLst>
                <a:tab pos="299720" algn="l"/>
              </a:tabLst>
              <a:defRPr/>
            </a:pPr>
            <a:r>
              <a:rPr kumimoji="0" lang="en-US" altLang="ja-JP" sz="1600" b="1" i="0" u="none" strike="noStrike" kern="0" cap="none" spc="-5" normalizeH="0" baseline="0" noProof="0" dirty="0">
                <a:ln>
                  <a:noFill/>
                </a:ln>
                <a:solidFill>
                  <a:srgbClr val="001F5F"/>
                </a:solidFill>
                <a:effectLst/>
                <a:uLnTx/>
                <a:uFillTx/>
                <a:latin typeface="Meiryo UI" panose="020B0604030504040204" pitchFamily="50" charset="-128"/>
                <a:ea typeface="Meiryo UI" panose="020B0604030504040204" pitchFamily="50" charset="-128"/>
                <a:cs typeface="Microsoft YaHei UI"/>
              </a:rPr>
              <a:t>Qualifications</a:t>
            </a:r>
            <a:r>
              <a:rPr kumimoji="0" lang="ja-JP" altLang="en-US" sz="1600" b="1" i="0" u="none" strike="noStrike" kern="0" cap="none" spc="-5" normalizeH="0" baseline="0" noProof="0" dirty="0">
                <a:ln>
                  <a:noFill/>
                </a:ln>
                <a:solidFill>
                  <a:srgbClr val="001F5F"/>
                </a:solidFill>
                <a:effectLst/>
                <a:uLnTx/>
                <a:uFillTx/>
                <a:latin typeface="Meiryo UI" panose="020B0604030504040204" pitchFamily="50" charset="-128"/>
                <a:ea typeface="Meiryo UI" panose="020B0604030504040204" pitchFamily="50" charset="-128"/>
                <a:cs typeface="Microsoft YaHei UI"/>
              </a:rPr>
              <a:t>：</a:t>
            </a:r>
            <a:endParaRPr kumimoji="0" lang="ja-JP" altLang="en-US" sz="1600" b="0" i="0" u="none" strike="noStrike" kern="0" cap="none" spc="0" normalizeH="0" baseline="0" noProof="0" dirty="0">
              <a:ln>
                <a:noFill/>
              </a:ln>
              <a:solidFill>
                <a:srgbClr val="001F5F"/>
              </a:solidFill>
              <a:effectLst/>
              <a:uLnTx/>
              <a:uFillTx/>
              <a:latin typeface="Meiryo UI" panose="020B0604030504040204" pitchFamily="50" charset="-128"/>
              <a:ea typeface="Meiryo UI" panose="020B0604030504040204" pitchFamily="50" charset="-128"/>
              <a:cs typeface="Microsoft YaHei UI"/>
            </a:endParaRPr>
          </a:p>
          <a:p>
            <a:pPr marL="756285" marR="0" lvl="1" indent="-287020" defTabSz="914400" eaLnBrk="1" fontAlgn="auto" latinLnBrk="0" hangingPunct="1">
              <a:lnSpc>
                <a:spcPct val="100000"/>
              </a:lnSpc>
              <a:spcBef>
                <a:spcPts val="819"/>
              </a:spcBef>
              <a:spcAft>
                <a:spcPts val="0"/>
              </a:spcAft>
              <a:buClrTx/>
              <a:buSzTx/>
              <a:buFont typeface="Wingdings"/>
              <a:buChar char=""/>
              <a:tabLst>
                <a:tab pos="756285" algn="l"/>
                <a:tab pos="756920" algn="l"/>
              </a:tabLst>
              <a:defRPr/>
            </a:pPr>
            <a:r>
              <a:rPr kumimoji="0" lang="en-US" altLang="ja-JP" sz="1200" b="0" i="0" u="none" strike="noStrike" kern="0" cap="none" spc="35" normalizeH="0" baseline="0" noProof="0" dirty="0">
                <a:ln>
                  <a:noFill/>
                </a:ln>
                <a:solidFill>
                  <a:srgbClr val="001F5F"/>
                </a:solidFill>
                <a:effectLst/>
                <a:uLnTx/>
                <a:uFillTx/>
                <a:latin typeface="Meiryo UI" panose="020B0604030504040204" pitchFamily="50" charset="-128"/>
                <a:ea typeface="Meiryo UI" panose="020B0604030504040204" pitchFamily="50" charset="-128"/>
                <a:cs typeface="Microsoft YaHei UI"/>
              </a:rPr>
              <a:t>JLPT</a:t>
            </a:r>
            <a:r>
              <a:rPr kumimoji="0" lang="ja-JP" altLang="en-US" sz="1200" b="0" i="0" u="none" strike="noStrike" kern="0" cap="none" spc="5" normalizeH="0" baseline="0" noProof="0" dirty="0">
                <a:ln>
                  <a:noFill/>
                </a:ln>
                <a:solidFill>
                  <a:srgbClr val="001F5F"/>
                </a:solidFill>
                <a:effectLst/>
                <a:uLnTx/>
                <a:uFillTx/>
                <a:latin typeface="Meiryo UI" panose="020B0604030504040204" pitchFamily="50" charset="-128"/>
                <a:ea typeface="Meiryo UI" panose="020B0604030504040204" pitchFamily="50" charset="-128"/>
                <a:cs typeface="Microsoft YaHei UI"/>
              </a:rPr>
              <a:t> </a:t>
            </a:r>
            <a:r>
              <a:rPr kumimoji="0" lang="en-US" altLang="ja-JP" sz="1200" b="0" i="0" u="none" strike="noStrike" kern="0" cap="none" spc="-30" normalizeH="0" baseline="0" noProof="0" dirty="0">
                <a:ln>
                  <a:noFill/>
                </a:ln>
                <a:solidFill>
                  <a:srgbClr val="001F5F"/>
                </a:solidFill>
                <a:effectLst/>
                <a:uLnTx/>
                <a:uFillTx/>
                <a:latin typeface="Meiryo UI" panose="020B0604030504040204" pitchFamily="50" charset="-128"/>
                <a:ea typeface="Meiryo UI" panose="020B0604030504040204" pitchFamily="50" charset="-128"/>
                <a:cs typeface="Microsoft YaHei UI"/>
              </a:rPr>
              <a:t>N2 (15 years in Japan)</a:t>
            </a:r>
            <a:r>
              <a:rPr kumimoji="0" lang="en-GB" altLang="ja-JP" sz="1200" kern="0" spc="-30" dirty="0">
                <a:solidFill>
                  <a:srgbClr val="001F5F"/>
                </a:solidFill>
                <a:latin typeface="Meiryo UI" panose="020B0604030504040204" pitchFamily="50" charset="-128"/>
                <a:ea typeface="Meiryo UI" panose="020B0604030504040204" pitchFamily="50" charset="-128"/>
                <a:cs typeface="Microsoft YaHei UI"/>
              </a:rPr>
              <a:t>,</a:t>
            </a:r>
            <a:r>
              <a:rPr kumimoji="0" lang="ja-JP" altLang="en-US" sz="1200" kern="0" spc="-30" dirty="0">
                <a:solidFill>
                  <a:srgbClr val="001F5F"/>
                </a:solidFill>
                <a:latin typeface="Meiryo UI" panose="020B0604030504040204" pitchFamily="50" charset="-128"/>
                <a:ea typeface="Meiryo UI" panose="020B0604030504040204" pitchFamily="50" charset="-128"/>
                <a:cs typeface="Microsoft YaHei UI"/>
              </a:rPr>
              <a:t> </a:t>
            </a:r>
            <a:r>
              <a:rPr kumimoji="0" lang="en-US" altLang="ja-JP" sz="1200" kern="0" spc="-30" dirty="0">
                <a:solidFill>
                  <a:srgbClr val="001F5F"/>
                </a:solidFill>
                <a:latin typeface="Meiryo UI" panose="020B0604030504040204" pitchFamily="50" charset="-128"/>
                <a:ea typeface="Meiryo UI" panose="020B0604030504040204" pitchFamily="50" charset="-128"/>
                <a:cs typeface="Microsoft YaHei UI"/>
              </a:rPr>
              <a:t>PMP, English Native</a:t>
            </a:r>
            <a:endParaRPr kumimoji="0" lang="ja-JP" altLang="en-US" sz="1200" b="0" i="0" u="none" strike="noStrike" kern="0" cap="none" spc="0" normalizeH="0" baseline="0" noProof="0" dirty="0">
              <a:ln>
                <a:noFill/>
              </a:ln>
              <a:solidFill>
                <a:sysClr val="windowText" lastClr="000000"/>
              </a:solidFill>
              <a:effectLst/>
              <a:uLnTx/>
              <a:uFillTx/>
              <a:latin typeface="Meiryo UI" panose="020B0604030504040204" pitchFamily="50" charset="-128"/>
              <a:ea typeface="Meiryo UI" panose="020B0604030504040204" pitchFamily="50" charset="-128"/>
              <a:cs typeface="Microsoft YaHei UI"/>
            </a:endParaRPr>
          </a:p>
        </p:txBody>
      </p:sp>
      <p:sp>
        <p:nvSpPr>
          <p:cNvPr id="11" name="object 11"/>
          <p:cNvSpPr txBox="1"/>
          <p:nvPr/>
        </p:nvSpPr>
        <p:spPr>
          <a:xfrm>
            <a:off x="5344026" y="1471143"/>
            <a:ext cx="5169957" cy="2064667"/>
          </a:xfrm>
          <a:prstGeom prst="rect">
            <a:avLst/>
          </a:prstGeom>
        </p:spPr>
        <p:txBody>
          <a:bodyPr vert="horz" wrap="square" lIns="0" tIns="104139" rIns="0" bIns="0" rtlCol="0">
            <a:spAutoFit/>
          </a:bodyPr>
          <a:lstStyle/>
          <a:p>
            <a:pPr marL="299085" indent="-287020">
              <a:lnSpc>
                <a:spcPct val="100000"/>
              </a:lnSpc>
              <a:spcBef>
                <a:spcPts val="819"/>
              </a:spcBef>
              <a:buFont typeface="Wingdings"/>
              <a:buChar char=""/>
              <a:tabLst>
                <a:tab pos="299085" algn="l"/>
                <a:tab pos="299720" algn="l"/>
              </a:tabLst>
            </a:pPr>
            <a:r>
              <a:rPr kumimoji="0" lang="en-US" altLang="ja-JP" sz="1200" kern="0" dirty="0">
                <a:solidFill>
                  <a:srgbClr val="001F5F"/>
                </a:solidFill>
                <a:latin typeface="Meiryo UI" panose="020B0604030504040204" pitchFamily="50" charset="-128"/>
                <a:ea typeface="Meiryo UI" panose="020B0604030504040204" pitchFamily="50" charset="-128"/>
              </a:rPr>
              <a:t>Frameworks and languages</a:t>
            </a:r>
            <a:r>
              <a:rPr kumimoji="0" sz="1200" kern="0" dirty="0">
                <a:solidFill>
                  <a:srgbClr val="001F5F"/>
                </a:solidFill>
                <a:latin typeface="Meiryo UI" panose="020B0604030504040204" pitchFamily="50" charset="-128"/>
                <a:ea typeface="Meiryo UI" panose="020B0604030504040204" pitchFamily="50" charset="-128"/>
              </a:rPr>
              <a:t>：</a:t>
            </a:r>
            <a:endParaRPr kumimoji="0" lang="en-US" sz="1200" kern="0" dirty="0">
              <a:solidFill>
                <a:srgbClr val="001F5F"/>
              </a:solidFill>
              <a:latin typeface="Meiryo UI" panose="020B0604030504040204" pitchFamily="50" charset="-128"/>
              <a:ea typeface="Meiryo UI" panose="020B0604030504040204" pitchFamily="50" charset="-128"/>
            </a:endParaRPr>
          </a:p>
          <a:p>
            <a:pPr marL="756285" lvl="1" indent="-287020">
              <a:spcBef>
                <a:spcPts val="819"/>
              </a:spcBef>
              <a:buFont typeface="Wingdings"/>
              <a:buChar char=""/>
              <a:tabLst>
                <a:tab pos="299085" algn="l"/>
                <a:tab pos="299720" algn="l"/>
              </a:tabLst>
            </a:pPr>
            <a:r>
              <a:rPr kumimoji="0" lang="en-US" altLang="ja-JP" sz="1200" kern="0" dirty="0">
                <a:solidFill>
                  <a:srgbClr val="001F5F"/>
                </a:solidFill>
                <a:latin typeface="Meiryo UI" panose="020B0604030504040204" pitchFamily="50" charset="-128"/>
                <a:ea typeface="Meiryo UI" panose="020B0604030504040204" pitchFamily="50" charset="-128"/>
              </a:rPr>
              <a:t>Angular, ActiveReports, .NET C#, </a:t>
            </a:r>
            <a:r>
              <a:rPr kumimoji="0" lang="en-US" sz="1200" kern="0" dirty="0" err="1">
                <a:solidFill>
                  <a:srgbClr val="001F5F"/>
                </a:solidFill>
                <a:latin typeface="Meiryo UI" panose="020B0604030504040204" pitchFamily="50" charset="-128"/>
                <a:ea typeface="Meiryo UI" panose="020B0604030504040204" pitchFamily="50" charset="-128"/>
              </a:rPr>
              <a:t>signalR</a:t>
            </a:r>
            <a:r>
              <a:rPr kumimoji="0" lang="en-US" sz="1200" kern="0" dirty="0">
                <a:solidFill>
                  <a:srgbClr val="001F5F"/>
                </a:solidFill>
                <a:latin typeface="Meiryo UI" panose="020B0604030504040204" pitchFamily="50" charset="-128"/>
                <a:ea typeface="Meiryo UI" panose="020B0604030504040204" pitchFamily="50" charset="-128"/>
              </a:rPr>
              <a:t>/</a:t>
            </a:r>
            <a:r>
              <a:rPr kumimoji="0" lang="en-US" altLang="ja-JP" sz="1200" kern="0" dirty="0">
                <a:solidFill>
                  <a:srgbClr val="001F5F"/>
                </a:solidFill>
                <a:latin typeface="Meiryo UI" panose="020B0604030504040204" pitchFamily="50" charset="-128"/>
                <a:ea typeface="Meiryo UI" panose="020B0604030504040204" pitchFamily="50" charset="-128"/>
              </a:rPr>
              <a:t>WebSocket</a:t>
            </a:r>
          </a:p>
          <a:p>
            <a:pPr marL="756285" lvl="1" indent="-287020">
              <a:spcBef>
                <a:spcPts val="819"/>
              </a:spcBef>
              <a:buFont typeface="Wingdings"/>
              <a:buChar char=""/>
              <a:tabLst>
                <a:tab pos="299085" algn="l"/>
                <a:tab pos="299720" algn="l"/>
              </a:tabLst>
            </a:pPr>
            <a:r>
              <a:rPr kumimoji="0" lang="en-US" altLang="ja-JP" sz="1200" kern="0" dirty="0">
                <a:solidFill>
                  <a:srgbClr val="001F5F"/>
                </a:solidFill>
                <a:latin typeface="Meiryo UI" panose="020B0604030504040204" pitchFamily="50" charset="-128"/>
                <a:ea typeface="Meiryo UI" panose="020B0604030504040204" pitchFamily="50" charset="-128"/>
              </a:rPr>
              <a:t>Python: sci-kit learn, </a:t>
            </a:r>
            <a:r>
              <a:rPr kumimoji="0" lang="en-US" altLang="ja-JP" sz="1200" kern="0" dirty="0" err="1">
                <a:solidFill>
                  <a:srgbClr val="001F5F"/>
                </a:solidFill>
                <a:latin typeface="Meiryo UI" panose="020B0604030504040204" pitchFamily="50" charset="-128"/>
                <a:ea typeface="Meiryo UI" panose="020B0604030504040204" pitchFamily="50" charset="-128"/>
              </a:rPr>
              <a:t>Tensorflow</a:t>
            </a:r>
            <a:r>
              <a:rPr kumimoji="0" lang="en-US" altLang="ja-JP" sz="1200" kern="0" dirty="0">
                <a:solidFill>
                  <a:srgbClr val="001F5F"/>
                </a:solidFill>
                <a:latin typeface="Meiryo UI" panose="020B0604030504040204" pitchFamily="50" charset="-128"/>
                <a:ea typeface="Meiryo UI" panose="020B0604030504040204" pitchFamily="50" charset="-128"/>
              </a:rPr>
              <a:t>/</a:t>
            </a:r>
            <a:r>
              <a:rPr kumimoji="0" lang="en-US" altLang="ja-JP" sz="1200" kern="0" dirty="0" err="1">
                <a:solidFill>
                  <a:srgbClr val="001F5F"/>
                </a:solidFill>
                <a:latin typeface="Meiryo UI" panose="020B0604030504040204" pitchFamily="50" charset="-128"/>
                <a:ea typeface="Meiryo UI" panose="020B0604030504040204" pitchFamily="50" charset="-128"/>
              </a:rPr>
              <a:t>Keras</a:t>
            </a:r>
            <a:endParaRPr kumimoji="0" lang="en-US" altLang="ja-JP" sz="1200" kern="0" dirty="0">
              <a:solidFill>
                <a:srgbClr val="001F5F"/>
              </a:solidFill>
              <a:latin typeface="Meiryo UI" panose="020B0604030504040204" pitchFamily="50" charset="-128"/>
              <a:ea typeface="Meiryo UI" panose="020B0604030504040204" pitchFamily="50" charset="-128"/>
            </a:endParaRPr>
          </a:p>
          <a:p>
            <a:pPr marL="756285" lvl="1" indent="-287020">
              <a:spcBef>
                <a:spcPts val="819"/>
              </a:spcBef>
              <a:buFont typeface="Wingdings"/>
              <a:buChar char=""/>
              <a:tabLst>
                <a:tab pos="299085" algn="l"/>
                <a:tab pos="299720" algn="l"/>
              </a:tabLst>
            </a:pPr>
            <a:r>
              <a:rPr kumimoji="0" lang="en-US" altLang="ja-JP" sz="1200" kern="0" dirty="0">
                <a:solidFill>
                  <a:srgbClr val="001F5F"/>
                </a:solidFill>
                <a:latin typeface="Meiryo UI" panose="020B0604030504040204" pitchFamily="50" charset="-128"/>
                <a:ea typeface="Meiryo UI" panose="020B0604030504040204" pitchFamily="50" charset="-128"/>
              </a:rPr>
              <a:t>C/C++</a:t>
            </a:r>
          </a:p>
          <a:p>
            <a:pPr marL="756285" lvl="1" indent="-287020">
              <a:spcBef>
                <a:spcPts val="819"/>
              </a:spcBef>
              <a:buFont typeface="Wingdings"/>
              <a:buChar char=""/>
              <a:tabLst>
                <a:tab pos="299085" algn="l"/>
                <a:tab pos="299720" algn="l"/>
              </a:tabLst>
            </a:pPr>
            <a:endParaRPr kumimoji="0" lang="en-US" altLang="ja-JP" sz="1200" kern="0" dirty="0">
              <a:solidFill>
                <a:srgbClr val="001F5F"/>
              </a:solidFill>
              <a:latin typeface="Meiryo UI" panose="020B0604030504040204" pitchFamily="50" charset="-128"/>
              <a:ea typeface="Meiryo UI" panose="020B0604030504040204" pitchFamily="50" charset="-128"/>
            </a:endParaRPr>
          </a:p>
          <a:p>
            <a:pPr marL="299085" indent="-287020">
              <a:spcBef>
                <a:spcPts val="819"/>
              </a:spcBef>
              <a:buFont typeface="Wingdings"/>
              <a:buChar char=""/>
              <a:tabLst>
                <a:tab pos="299085" algn="l"/>
                <a:tab pos="299720" algn="l"/>
              </a:tabLst>
            </a:pPr>
            <a:r>
              <a:rPr kumimoji="0" sz="1200" kern="0" dirty="0">
                <a:solidFill>
                  <a:srgbClr val="001F5F"/>
                </a:solidFill>
                <a:latin typeface="Meiryo UI" panose="020B0604030504040204" pitchFamily="50" charset="-128"/>
                <a:ea typeface="Meiryo UI" panose="020B0604030504040204" pitchFamily="50" charset="-128"/>
              </a:rPr>
              <a:t>DB:</a:t>
            </a:r>
            <a:r>
              <a:rPr kumimoji="0" lang="en-US" sz="1200" kern="0" dirty="0">
                <a:solidFill>
                  <a:srgbClr val="001F5F"/>
                </a:solidFill>
                <a:latin typeface="Meiryo UI" panose="020B0604030504040204" pitchFamily="50" charset="-128"/>
                <a:ea typeface="Meiryo UI" panose="020B0604030504040204" pitchFamily="50" charset="-128"/>
              </a:rPr>
              <a:t> </a:t>
            </a:r>
            <a:r>
              <a:rPr kumimoji="0" sz="1200" kern="0" dirty="0">
                <a:solidFill>
                  <a:srgbClr val="001F5F"/>
                </a:solidFill>
                <a:latin typeface="Meiryo UI" panose="020B0604030504040204" pitchFamily="50" charset="-128"/>
                <a:ea typeface="Meiryo UI" panose="020B0604030504040204" pitchFamily="50" charset="-128"/>
              </a:rPr>
              <a:t>PostgreSQL、</a:t>
            </a:r>
            <a:r>
              <a:rPr kumimoji="0" lang="en-US" sz="1200" kern="0" dirty="0">
                <a:solidFill>
                  <a:srgbClr val="001F5F"/>
                </a:solidFill>
                <a:latin typeface="Meiryo UI" panose="020B0604030504040204" pitchFamily="50" charset="-128"/>
                <a:ea typeface="Meiryo UI" panose="020B0604030504040204" pitchFamily="50" charset="-128"/>
              </a:rPr>
              <a:t> SQL Server, </a:t>
            </a:r>
            <a:r>
              <a:rPr kumimoji="0" lang="en-US" sz="1200" kern="0" dirty="0" err="1">
                <a:solidFill>
                  <a:srgbClr val="001F5F"/>
                </a:solidFill>
                <a:latin typeface="Meiryo UI" panose="020B0604030504040204" pitchFamily="50" charset="-128"/>
                <a:ea typeface="Meiryo UI" panose="020B0604030504040204" pitchFamily="50" charset="-128"/>
              </a:rPr>
              <a:t>DynamoDb</a:t>
            </a:r>
            <a:r>
              <a:rPr kumimoji="0" lang="en-US" sz="1200" kern="0" dirty="0">
                <a:solidFill>
                  <a:srgbClr val="001F5F"/>
                </a:solidFill>
                <a:latin typeface="Meiryo UI" panose="020B0604030504040204" pitchFamily="50" charset="-128"/>
                <a:ea typeface="Meiryo UI" panose="020B0604030504040204" pitchFamily="50" charset="-128"/>
              </a:rPr>
              <a:t>, </a:t>
            </a:r>
            <a:r>
              <a:rPr kumimoji="0" lang="en-US" sz="1200" kern="0" dirty="0" err="1">
                <a:solidFill>
                  <a:srgbClr val="001F5F"/>
                </a:solidFill>
                <a:latin typeface="Meiryo UI" panose="020B0604030504040204" pitchFamily="50" charset="-128"/>
                <a:ea typeface="Meiryo UI" panose="020B0604030504040204" pitchFamily="50" charset="-128"/>
              </a:rPr>
              <a:t>Sqlite</a:t>
            </a:r>
            <a:endParaRPr kumimoji="0" lang="ja-JP" altLang="en-US" sz="1200" kern="0" dirty="0">
              <a:solidFill>
                <a:srgbClr val="001F5F"/>
              </a:solidFill>
              <a:latin typeface="Meiryo UI" panose="020B0604030504040204" pitchFamily="50" charset="-128"/>
              <a:ea typeface="Meiryo UI" panose="020B0604030504040204" pitchFamily="50" charset="-128"/>
            </a:endParaRPr>
          </a:p>
          <a:p>
            <a:pPr marL="328295" indent="-287020">
              <a:lnSpc>
                <a:spcPct val="100000"/>
              </a:lnSpc>
              <a:spcBef>
                <a:spcPts val="1220"/>
              </a:spcBef>
              <a:buFont typeface="Wingdings"/>
              <a:buChar char=""/>
              <a:tabLst>
                <a:tab pos="328295" algn="l"/>
                <a:tab pos="328930" algn="l"/>
              </a:tabLst>
            </a:pPr>
            <a:r>
              <a:rPr kumimoji="0" lang="en-US" altLang="ja-JP" sz="1200" kern="0" dirty="0">
                <a:solidFill>
                  <a:srgbClr val="001F5F"/>
                </a:solidFill>
                <a:highlight>
                  <a:srgbClr val="FFFF00"/>
                </a:highlight>
                <a:latin typeface="Meiryo UI" panose="020B0604030504040204" pitchFamily="50" charset="-128"/>
                <a:ea typeface="Meiryo UI" panose="020B0604030504040204" pitchFamily="50" charset="-128"/>
              </a:rPr>
              <a:t>Can join from next month</a:t>
            </a:r>
            <a:endParaRPr kumimoji="0" lang="ja-JP" altLang="en-US" sz="1200" kern="0" dirty="0">
              <a:solidFill>
                <a:srgbClr val="001F5F"/>
              </a:solidFill>
              <a:highlight>
                <a:srgbClr val="FFFF00"/>
              </a:highlight>
              <a:latin typeface="Meiryo UI" panose="020B0604030504040204" pitchFamily="50" charset="-128"/>
              <a:ea typeface="Meiryo UI" panose="020B0604030504040204" pitchFamily="50" charset="-128"/>
            </a:endParaRPr>
          </a:p>
        </p:txBody>
      </p:sp>
      <p:pic>
        <p:nvPicPr>
          <p:cNvPr id="8" name="Picture 7">
            <a:extLst>
              <a:ext uri="{FF2B5EF4-FFF2-40B4-BE49-F238E27FC236}">
                <a16:creationId xmlns:a16="http://schemas.microsoft.com/office/drawing/2014/main" id="{C3E58666-23FA-36D2-0CA3-525D4F2F29D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286243" y="1086457"/>
            <a:ext cx="1676400" cy="1999915"/>
          </a:xfrm>
          <a:prstGeom prst="rect">
            <a:avLst/>
          </a:prstGeom>
        </p:spPr>
      </p:pic>
      <p:sp>
        <p:nvSpPr>
          <p:cNvPr id="10" name="TextBox 9">
            <a:extLst>
              <a:ext uri="{FF2B5EF4-FFF2-40B4-BE49-F238E27FC236}">
                <a16:creationId xmlns:a16="http://schemas.microsoft.com/office/drawing/2014/main" id="{4B10FED2-4C90-BE50-7017-45E24C317EBA}"/>
              </a:ext>
            </a:extLst>
          </p:cNvPr>
          <p:cNvSpPr txBox="1"/>
          <p:nvPr/>
        </p:nvSpPr>
        <p:spPr>
          <a:xfrm>
            <a:off x="5672071" y="3829738"/>
            <a:ext cx="6367529" cy="2462213"/>
          </a:xfrm>
          <a:prstGeom prst="rect">
            <a:avLst/>
          </a:prstGeom>
          <a:noFill/>
        </p:spPr>
        <p:txBody>
          <a:bodyPr wrap="square" rtlCol="0">
            <a:spAutoFit/>
          </a:bodyPr>
          <a:lstStyle/>
          <a:p>
            <a:r>
              <a:rPr lang="en-US" altLang="ja-JP" sz="1400" spc="-40" dirty="0">
                <a:solidFill>
                  <a:srgbClr val="001F5F"/>
                </a:solidFill>
                <a:latin typeface="Meiryo UI"/>
                <a:ea typeface="Meiryo UI"/>
              </a:rPr>
              <a:t>I believe nothing is impossible. </a:t>
            </a:r>
          </a:p>
          <a:p>
            <a:r>
              <a:rPr lang="en-US" altLang="ja-JP" sz="1400" spc="-40" dirty="0">
                <a:solidFill>
                  <a:srgbClr val="001F5F"/>
                </a:solidFill>
                <a:latin typeface="Meiryo UI"/>
                <a:ea typeface="Meiryo UI"/>
              </a:rPr>
              <a:t>I work hard to understand the problems in detail to craft suitable solutions.</a:t>
            </a:r>
          </a:p>
          <a:p>
            <a:r>
              <a:rPr lang="en-US" altLang="ja-JP" sz="1400" spc="-40" dirty="0">
                <a:solidFill>
                  <a:srgbClr val="001F5F"/>
                </a:solidFill>
                <a:latin typeface="Meiryo UI"/>
                <a:ea typeface="Meiryo UI"/>
              </a:rPr>
              <a:t> </a:t>
            </a:r>
          </a:p>
          <a:p>
            <a:r>
              <a:rPr lang="en-US" altLang="ja-JP" sz="1400" spc="-40" dirty="0">
                <a:solidFill>
                  <a:srgbClr val="001F5F"/>
                </a:solidFill>
                <a:latin typeface="Meiryo UI"/>
                <a:ea typeface="Meiryo UI"/>
              </a:rPr>
              <a:t>My broad background in enterprise level systems allow me to ensure high quality deliverables. I make heavy use of AI for discussion and also development. I have experience in the entire pipeline from requirements clarification to migration and deployment. </a:t>
            </a:r>
          </a:p>
          <a:p>
            <a:endParaRPr lang="en-US" altLang="ja-JP" sz="1400" spc="-40" dirty="0">
              <a:solidFill>
                <a:srgbClr val="001F5F"/>
              </a:solidFill>
              <a:latin typeface="Meiryo UI"/>
              <a:ea typeface="Meiryo UI"/>
            </a:endParaRPr>
          </a:p>
          <a:p>
            <a:r>
              <a:rPr lang="en-US" altLang="ja-JP" sz="1400" spc="-40" dirty="0">
                <a:solidFill>
                  <a:srgbClr val="001F5F"/>
                </a:solidFill>
                <a:latin typeface="Meiryo UI"/>
                <a:ea typeface="Meiryo UI"/>
              </a:rPr>
              <a:t>In the new age of AI where anything can be built easily, I believe my best role is in bridging customer problems to suitable, high-quality solutions. I believe the most efficient path is in fast iterative cycles, building as we go.</a:t>
            </a:r>
            <a:endParaRPr lang="ja-JP" altLang="en-US" sz="1400" spc="-40" dirty="0">
              <a:solidFill>
                <a:srgbClr val="001F5F"/>
              </a:solidFill>
              <a:latin typeface="Meiryo UI"/>
              <a:ea typeface="Meiryo UI"/>
            </a:endParaRPr>
          </a:p>
        </p:txBody>
      </p:sp>
      <p:sp>
        <p:nvSpPr>
          <p:cNvPr id="13" name="object 7">
            <a:extLst>
              <a:ext uri="{FF2B5EF4-FFF2-40B4-BE49-F238E27FC236}">
                <a16:creationId xmlns:a16="http://schemas.microsoft.com/office/drawing/2014/main" id="{2F69A837-2FD3-4D00-5115-23C1DB02D328}"/>
              </a:ext>
            </a:extLst>
          </p:cNvPr>
          <p:cNvSpPr txBox="1">
            <a:spLocks/>
          </p:cNvSpPr>
          <p:nvPr/>
        </p:nvSpPr>
        <p:spPr>
          <a:xfrm>
            <a:off x="533400" y="450613"/>
            <a:ext cx="9677400" cy="382156"/>
          </a:xfrm>
          <a:prstGeom prst="rect">
            <a:avLst/>
          </a:prstGeom>
        </p:spPr>
        <p:txBody>
          <a:bodyPr vert="horz" wrap="square" lIns="0" tIns="12700" rIns="0" bIns="0" rtlCol="0">
            <a:spAutoFit/>
          </a:bodyPr>
          <a:lstStyle>
            <a:lvl1pPr>
              <a:defRPr sz="2400" b="1" i="0">
                <a:solidFill>
                  <a:srgbClr val="001F5F"/>
                </a:solidFill>
                <a:latin typeface="Microsoft YaHei UI"/>
                <a:ea typeface="+mj-ea"/>
                <a:cs typeface="Microsoft YaHei UI"/>
              </a:defRPr>
            </a:lvl1pPr>
          </a:lstStyle>
          <a:p>
            <a:pPr marL="12700">
              <a:spcBef>
                <a:spcPts val="100"/>
              </a:spcBef>
            </a:pPr>
            <a:r>
              <a:rPr kumimoji="0" lang="en-GB" altLang="ja-JP" kern="0" spc="245" dirty="0"/>
              <a:t>University of Manchester – Computer Science</a:t>
            </a:r>
            <a:endParaRPr kumimoji="0" lang="ja-JP" altLang="en-US" kern="0" spc="245" dirty="0"/>
          </a:p>
        </p:txBody>
      </p:sp>
    </p:spTree>
    <p:extLst>
      <p:ext uri="{BB962C8B-B14F-4D97-AF65-F5344CB8AC3E}">
        <p14:creationId xmlns:p14="http://schemas.microsoft.com/office/powerpoint/2010/main" val="1946912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0" y="2819400"/>
            <a:ext cx="12192001" cy="4038600"/>
            <a:chOff x="178307" y="2819400"/>
            <a:chExt cx="12014200" cy="3769360"/>
          </a:xfrm>
        </p:grpSpPr>
        <p:pic>
          <p:nvPicPr>
            <p:cNvPr id="4" name="object 4"/>
            <p:cNvPicPr/>
            <p:nvPr/>
          </p:nvPicPr>
          <p:blipFill>
            <a:blip r:embed="rId2" cstate="print"/>
            <a:stretch>
              <a:fillRect/>
            </a:stretch>
          </p:blipFill>
          <p:spPr>
            <a:xfrm>
              <a:off x="178307" y="2819400"/>
              <a:ext cx="12013692" cy="3762755"/>
            </a:xfrm>
            <a:prstGeom prst="rect">
              <a:avLst/>
            </a:prstGeom>
          </p:spPr>
        </p:pic>
        <p:pic>
          <p:nvPicPr>
            <p:cNvPr id="5" name="object 5"/>
            <p:cNvPicPr/>
            <p:nvPr/>
          </p:nvPicPr>
          <p:blipFill>
            <a:blip r:embed="rId3" cstate="print"/>
            <a:stretch>
              <a:fillRect/>
            </a:stretch>
          </p:blipFill>
          <p:spPr>
            <a:xfrm>
              <a:off x="182879" y="3304031"/>
              <a:ext cx="6144768" cy="3268979"/>
            </a:xfrm>
            <a:prstGeom prst="rect">
              <a:avLst/>
            </a:prstGeom>
          </p:spPr>
        </p:pic>
        <p:pic>
          <p:nvPicPr>
            <p:cNvPr id="6" name="object 6"/>
            <p:cNvPicPr/>
            <p:nvPr/>
          </p:nvPicPr>
          <p:blipFill>
            <a:blip r:embed="rId4" cstate="print"/>
            <a:stretch>
              <a:fillRect/>
            </a:stretch>
          </p:blipFill>
          <p:spPr>
            <a:xfrm>
              <a:off x="4449953" y="3317748"/>
              <a:ext cx="7742047" cy="3270504"/>
            </a:xfrm>
            <a:prstGeom prst="rect">
              <a:avLst/>
            </a:prstGeom>
          </p:spPr>
        </p:pic>
      </p:grpSp>
      <p:sp>
        <p:nvSpPr>
          <p:cNvPr id="2" name="object 2"/>
          <p:cNvSpPr txBox="1"/>
          <p:nvPr/>
        </p:nvSpPr>
        <p:spPr>
          <a:xfrm>
            <a:off x="617219" y="6433283"/>
            <a:ext cx="2639060" cy="201295"/>
          </a:xfrm>
          <a:prstGeom prst="rect">
            <a:avLst/>
          </a:prstGeom>
        </p:spPr>
        <p:txBody>
          <a:bodyPr vert="horz" wrap="square" lIns="0" tIns="8890" rIns="0" bIns="0" rtlCol="0">
            <a:spAutoFit/>
          </a:bodyPr>
          <a:lstStyle/>
          <a:p>
            <a:pPr>
              <a:lnSpc>
                <a:spcPct val="100000"/>
              </a:lnSpc>
              <a:spcBef>
                <a:spcPts val="70"/>
              </a:spcBef>
            </a:pPr>
            <a:r>
              <a:rPr sz="1050" spc="155" dirty="0">
                <a:solidFill>
                  <a:srgbClr val="CECDCD"/>
                </a:solidFill>
                <a:latin typeface="Lucida Sans Unicode"/>
                <a:cs typeface="Lucida Sans Unicode"/>
              </a:rPr>
              <a:t>©</a:t>
            </a:r>
            <a:r>
              <a:rPr sz="1050" spc="25" dirty="0">
                <a:solidFill>
                  <a:srgbClr val="CECDCD"/>
                </a:solidFill>
                <a:latin typeface="Lucida Sans Unicode"/>
                <a:cs typeface="Lucida Sans Unicode"/>
              </a:rPr>
              <a:t> </a:t>
            </a:r>
            <a:r>
              <a:rPr sz="1050" spc="-10" dirty="0">
                <a:solidFill>
                  <a:srgbClr val="CECDCD"/>
                </a:solidFill>
                <a:latin typeface="Lucida Sans Unicode"/>
                <a:cs typeface="Lucida Sans Unicode"/>
              </a:rPr>
              <a:t>Copyright</a:t>
            </a:r>
            <a:r>
              <a:rPr sz="1050" spc="10" dirty="0">
                <a:solidFill>
                  <a:srgbClr val="CECDCD"/>
                </a:solidFill>
                <a:latin typeface="Lucida Sans Unicode"/>
                <a:cs typeface="Lucida Sans Unicode"/>
              </a:rPr>
              <a:t> </a:t>
            </a:r>
            <a:r>
              <a:rPr sz="1050" spc="25" dirty="0">
                <a:solidFill>
                  <a:srgbClr val="CECDCD"/>
                </a:solidFill>
                <a:latin typeface="Lucida Sans Unicode"/>
                <a:cs typeface="Lucida Sans Unicode"/>
              </a:rPr>
              <a:t>FPT </a:t>
            </a:r>
            <a:r>
              <a:rPr sz="1050" spc="20" dirty="0">
                <a:solidFill>
                  <a:srgbClr val="CECDCD"/>
                </a:solidFill>
                <a:latin typeface="Lucida Sans Unicode"/>
                <a:cs typeface="Lucida Sans Unicode"/>
              </a:rPr>
              <a:t>Software</a:t>
            </a:r>
            <a:r>
              <a:rPr sz="1050" spc="5" dirty="0">
                <a:solidFill>
                  <a:srgbClr val="CECDCD"/>
                </a:solidFill>
                <a:latin typeface="Lucida Sans Unicode"/>
                <a:cs typeface="Lucida Sans Unicode"/>
              </a:rPr>
              <a:t> </a:t>
            </a:r>
            <a:r>
              <a:rPr sz="1050" spc="-145" dirty="0">
                <a:solidFill>
                  <a:srgbClr val="CECDCD"/>
                </a:solidFill>
                <a:latin typeface="Lucida Sans Unicode"/>
                <a:cs typeface="Lucida Sans Unicode"/>
              </a:rPr>
              <a:t>-</a:t>
            </a:r>
            <a:r>
              <a:rPr sz="1050" spc="30" dirty="0">
                <a:solidFill>
                  <a:srgbClr val="CECDCD"/>
                </a:solidFill>
                <a:latin typeface="Lucida Sans Unicode"/>
                <a:cs typeface="Lucida Sans Unicode"/>
              </a:rPr>
              <a:t> </a:t>
            </a:r>
            <a:r>
              <a:rPr sz="1050" spc="-20" dirty="0">
                <a:solidFill>
                  <a:srgbClr val="CECDCD"/>
                </a:solidFill>
                <a:latin typeface="Lucida Sans Unicode"/>
                <a:cs typeface="Lucida Sans Unicode"/>
              </a:rPr>
              <a:t>Confidential</a:t>
            </a:r>
            <a:endParaRPr sz="1050" dirty="0">
              <a:latin typeface="Lucida Sans Unicode"/>
              <a:cs typeface="Lucida Sans Unicode"/>
            </a:endParaRPr>
          </a:p>
        </p:txBody>
      </p:sp>
      <p:sp>
        <p:nvSpPr>
          <p:cNvPr id="7" name="object 7"/>
          <p:cNvSpPr txBox="1">
            <a:spLocks noGrp="1"/>
          </p:cNvSpPr>
          <p:nvPr>
            <p:ph type="title"/>
          </p:nvPr>
        </p:nvSpPr>
        <p:spPr>
          <a:xfrm>
            <a:off x="533400" y="56677"/>
            <a:ext cx="8231328" cy="382156"/>
          </a:xfrm>
          <a:prstGeom prst="rect">
            <a:avLst/>
          </a:prstGeom>
        </p:spPr>
        <p:txBody>
          <a:bodyPr vert="horz" wrap="square" lIns="0" tIns="12700" rIns="0" bIns="0" rtlCol="0">
            <a:spAutoFit/>
          </a:bodyPr>
          <a:lstStyle/>
          <a:p>
            <a:pPr marL="12700">
              <a:lnSpc>
                <a:spcPct val="100000"/>
              </a:lnSpc>
              <a:spcBef>
                <a:spcPts val="100"/>
              </a:spcBef>
            </a:pPr>
            <a:r>
              <a:rPr lang="ja-JP" altLang="en-US" spc="280" dirty="0">
                <a:latin typeface="Meiryo UI" panose="020B0604030504040204" pitchFamily="34" charset="-128"/>
                <a:ea typeface="Meiryo UI" panose="020B0604030504040204" pitchFamily="34" charset="-128"/>
              </a:rPr>
              <a:t>コンサルタント</a:t>
            </a:r>
            <a:r>
              <a:rPr spc="280" dirty="0"/>
              <a:t>:</a:t>
            </a:r>
            <a:r>
              <a:rPr lang="ja-JP" altLang="en-US" spc="55" dirty="0"/>
              <a:t> </a:t>
            </a:r>
            <a:r>
              <a:rPr lang="en-US" altLang="ja-JP" spc="55" dirty="0"/>
              <a:t>Ian Worthington (</a:t>
            </a:r>
            <a:r>
              <a:rPr lang="ja-JP" altLang="en-US" spc="55" dirty="0"/>
              <a:t>イアン</a:t>
            </a:r>
            <a:r>
              <a:rPr lang="en-US" altLang="ja-JP" spc="55" dirty="0"/>
              <a:t>)</a:t>
            </a:r>
            <a:endParaRPr spc="245" dirty="0"/>
          </a:p>
        </p:txBody>
      </p:sp>
      <p:sp>
        <p:nvSpPr>
          <p:cNvPr id="9" name="object 9"/>
          <p:cNvSpPr txBox="1"/>
          <p:nvPr/>
        </p:nvSpPr>
        <p:spPr>
          <a:xfrm>
            <a:off x="424687" y="963828"/>
            <a:ext cx="6144768" cy="5550237"/>
          </a:xfrm>
          <a:prstGeom prst="rect">
            <a:avLst/>
          </a:prstGeom>
        </p:spPr>
        <p:txBody>
          <a:bodyPr vert="horz" wrap="square" lIns="0" tIns="134620" rIns="0" bIns="0" rtlCol="0" anchor="t">
            <a:spAutoFit/>
          </a:bodyPr>
          <a:lstStyle/>
          <a:p>
            <a:pPr marL="299085" indent="-287020">
              <a:lnSpc>
                <a:spcPct val="100000"/>
              </a:lnSpc>
              <a:spcBef>
                <a:spcPts val="1060"/>
              </a:spcBef>
              <a:buFont typeface="Wingdings"/>
              <a:buChar char=""/>
              <a:tabLst>
                <a:tab pos="299720" algn="l"/>
              </a:tabLst>
            </a:pPr>
            <a:r>
              <a:rPr sz="1600" b="1" spc="-5" dirty="0" err="1">
                <a:solidFill>
                  <a:srgbClr val="001F5F"/>
                </a:solidFill>
                <a:latin typeface="Meiryo UI"/>
                <a:ea typeface="Meiryo UI"/>
              </a:rPr>
              <a:t>職位</a:t>
            </a:r>
            <a:r>
              <a:rPr sz="1600" b="1" spc="-5" dirty="0">
                <a:solidFill>
                  <a:srgbClr val="001F5F"/>
                </a:solidFill>
                <a:latin typeface="Meiryo UI"/>
                <a:ea typeface="Meiryo UI"/>
              </a:rPr>
              <a:t>：</a:t>
            </a:r>
            <a:r>
              <a:rPr lang="en-GB" sz="1600" b="1" spc="-5" dirty="0">
                <a:solidFill>
                  <a:srgbClr val="001F5F"/>
                </a:solidFill>
                <a:latin typeface="Meiryo UI"/>
                <a:ea typeface="Meiryo UI"/>
              </a:rPr>
              <a:t>AI/</a:t>
            </a:r>
            <a:r>
              <a:rPr lang="ja-JP" altLang="en-US" sz="1600" b="1" spc="-5" dirty="0">
                <a:solidFill>
                  <a:srgbClr val="001F5F"/>
                </a:solidFill>
                <a:latin typeface="Meiryo UI"/>
                <a:ea typeface="Meiryo UI"/>
              </a:rPr>
              <a:t>テクニカルコンサルタント・ソリューションズアーキテクト</a:t>
            </a:r>
            <a:endParaRPr sz="1600" b="1" spc="-5" dirty="0">
              <a:solidFill>
                <a:srgbClr val="001F5F"/>
              </a:solidFill>
              <a:latin typeface="Meiryo UI"/>
              <a:ea typeface="Meiryo UI"/>
            </a:endParaRPr>
          </a:p>
          <a:p>
            <a:pPr marL="299085" indent="-287020">
              <a:lnSpc>
                <a:spcPct val="100000"/>
              </a:lnSpc>
              <a:spcBef>
                <a:spcPts val="960"/>
              </a:spcBef>
              <a:buFont typeface="Wingdings"/>
              <a:buChar char=""/>
              <a:tabLst>
                <a:tab pos="299720" algn="l"/>
              </a:tabLst>
            </a:pPr>
            <a:r>
              <a:rPr sz="1600" b="1" spc="-5" dirty="0" err="1">
                <a:solidFill>
                  <a:srgbClr val="001F5F"/>
                </a:solidFill>
                <a:latin typeface="Meiryo UI" panose="020B0604030504040204" pitchFamily="50" charset="-128"/>
                <a:ea typeface="Meiryo UI" panose="020B0604030504040204" pitchFamily="50" charset="-128"/>
                <a:cs typeface="Microsoft YaHei UI"/>
              </a:rPr>
              <a:t>専門領域</a:t>
            </a:r>
            <a:r>
              <a:rPr sz="1600" b="1" spc="-5" dirty="0">
                <a:solidFill>
                  <a:srgbClr val="001F5F"/>
                </a:solidFill>
                <a:latin typeface="Meiryo UI" panose="020B0604030504040204" pitchFamily="50" charset="-128"/>
                <a:ea typeface="Meiryo UI" panose="020B0604030504040204" pitchFamily="50" charset="-128"/>
                <a:cs typeface="Microsoft YaHei UI"/>
              </a:rPr>
              <a:t>：</a:t>
            </a:r>
            <a:endParaRPr sz="1600" dirty="0">
              <a:latin typeface="Meiryo UI" panose="020B0604030504040204" pitchFamily="50" charset="-128"/>
              <a:ea typeface="Meiryo UI" panose="020B0604030504040204" pitchFamily="50" charset="-128"/>
              <a:cs typeface="Microsoft YaHei UI"/>
            </a:endParaRPr>
          </a:p>
          <a:p>
            <a:pPr marL="603885" lvl="1" indent="-287020">
              <a:lnSpc>
                <a:spcPct val="100000"/>
              </a:lnSpc>
              <a:spcBef>
                <a:spcPts val="819"/>
              </a:spcBef>
              <a:buFont typeface="Wingdings"/>
              <a:buChar char=""/>
              <a:tabLst>
                <a:tab pos="603885" algn="l"/>
                <a:tab pos="604520" algn="l"/>
              </a:tabLst>
            </a:pPr>
            <a:r>
              <a:rPr lang="ja-JP" altLang="en-US" sz="1200" spc="-40" dirty="0">
                <a:solidFill>
                  <a:srgbClr val="001F5F"/>
                </a:solidFill>
                <a:latin typeface="Meiryo UI" panose="020B0604030504040204" pitchFamily="50" charset="-128"/>
                <a:ea typeface="Meiryo UI" panose="020B0604030504040204" pitchFamily="50" charset="-128"/>
                <a:cs typeface="Microsoft YaHei UI"/>
              </a:rPr>
              <a:t>ヘルスケア </a:t>
            </a:r>
            <a:r>
              <a:rPr sz="1200" spc="-40" dirty="0">
                <a:solidFill>
                  <a:srgbClr val="001F5F"/>
                </a:solidFill>
                <a:latin typeface="Meiryo UI" panose="020B0604030504040204" pitchFamily="50" charset="-128"/>
                <a:ea typeface="Meiryo UI" panose="020B0604030504040204" pitchFamily="50" charset="-128"/>
                <a:cs typeface="Microsoft YaHei UI"/>
              </a:rPr>
              <a:t>：</a:t>
            </a:r>
            <a:r>
              <a:rPr lang="ja-JP" altLang="en-US" sz="1200" spc="-40" dirty="0">
                <a:solidFill>
                  <a:srgbClr val="001F5F"/>
                </a:solidFill>
                <a:latin typeface="Meiryo UI" panose="020B0604030504040204" pitchFamily="50" charset="-128"/>
                <a:ea typeface="Meiryo UI" panose="020B0604030504040204" pitchFamily="50" charset="-128"/>
                <a:cs typeface="Microsoft YaHei UI"/>
              </a:rPr>
              <a:t>ソフト開発、テスト・アドミニストレータ</a:t>
            </a:r>
            <a:endParaRPr lang="en-US" altLang="ja-JP" sz="1200" spc="-40" dirty="0">
              <a:solidFill>
                <a:srgbClr val="001F5F"/>
              </a:solidFill>
              <a:latin typeface="Meiryo UI" panose="020B0604030504040204" pitchFamily="50" charset="-128"/>
              <a:ea typeface="Meiryo UI" panose="020B0604030504040204" pitchFamily="50" charset="-128"/>
              <a:cs typeface="Microsoft YaHei UI"/>
            </a:endParaRPr>
          </a:p>
          <a:p>
            <a:pPr marL="603885" lvl="1" indent="-287020">
              <a:lnSpc>
                <a:spcPct val="100000"/>
              </a:lnSpc>
              <a:spcBef>
                <a:spcPts val="819"/>
              </a:spcBef>
              <a:buFont typeface="Wingdings"/>
              <a:buChar char=""/>
              <a:tabLst>
                <a:tab pos="603885" algn="l"/>
                <a:tab pos="604520" algn="l"/>
              </a:tabLst>
            </a:pPr>
            <a:r>
              <a:rPr lang="en-US" altLang="ja-JP" sz="1200" spc="-40" dirty="0">
                <a:solidFill>
                  <a:srgbClr val="001F5F"/>
                </a:solidFill>
                <a:latin typeface="Meiryo UI" panose="020B0604030504040204" pitchFamily="50" charset="-128"/>
                <a:ea typeface="Meiryo UI" panose="020B0604030504040204" pitchFamily="50" charset="-128"/>
                <a:cs typeface="Microsoft YaHei UI"/>
              </a:rPr>
              <a:t>EDI</a:t>
            </a:r>
            <a:r>
              <a:rPr lang="ja-JP" altLang="en-US" sz="1200" spc="-40" dirty="0">
                <a:solidFill>
                  <a:srgbClr val="001F5F"/>
                </a:solidFill>
                <a:latin typeface="Meiryo UI" panose="020B0604030504040204" pitchFamily="50" charset="-128"/>
                <a:ea typeface="Meiryo UI" panose="020B0604030504040204" pitchFamily="50" charset="-128"/>
                <a:cs typeface="Microsoft YaHei UI"/>
              </a:rPr>
              <a:t>システム</a:t>
            </a:r>
            <a:r>
              <a:rPr lang="en-US" altLang="ja-JP" sz="1200" spc="-40" dirty="0">
                <a:solidFill>
                  <a:srgbClr val="001F5F"/>
                </a:solidFill>
                <a:latin typeface="Meiryo UI" panose="020B0604030504040204" pitchFamily="50" charset="-128"/>
                <a:ea typeface="Meiryo UI" panose="020B0604030504040204" pitchFamily="50" charset="-128"/>
                <a:cs typeface="Microsoft YaHei UI"/>
              </a:rPr>
              <a:t>: </a:t>
            </a:r>
            <a:r>
              <a:rPr lang="ja-JP" altLang="en-US" sz="1200" spc="-40" dirty="0">
                <a:solidFill>
                  <a:srgbClr val="001F5F"/>
                </a:solidFill>
                <a:latin typeface="Meiryo UI" panose="020B0604030504040204" pitchFamily="50" charset="-128"/>
                <a:ea typeface="Meiryo UI" panose="020B0604030504040204" pitchFamily="50" charset="-128"/>
                <a:cs typeface="Microsoft YaHei UI"/>
              </a:rPr>
              <a:t>工場で使われる連携システム</a:t>
            </a:r>
            <a:endParaRPr lang="en-US" altLang="ja-JP" sz="1200" spc="-40" dirty="0">
              <a:solidFill>
                <a:srgbClr val="001F5F"/>
              </a:solidFill>
              <a:latin typeface="Meiryo UI" panose="020B0604030504040204" pitchFamily="50" charset="-128"/>
              <a:ea typeface="Meiryo UI" panose="020B0604030504040204" pitchFamily="50" charset="-128"/>
              <a:cs typeface="Microsoft YaHei UI"/>
            </a:endParaRPr>
          </a:p>
          <a:p>
            <a:pPr marL="603885" lvl="1" indent="-287020">
              <a:lnSpc>
                <a:spcPct val="100000"/>
              </a:lnSpc>
              <a:spcBef>
                <a:spcPts val="819"/>
              </a:spcBef>
              <a:buFont typeface="Wingdings"/>
              <a:buChar char=""/>
              <a:tabLst>
                <a:tab pos="603885" algn="l"/>
                <a:tab pos="604520" algn="l"/>
              </a:tabLst>
            </a:pPr>
            <a:r>
              <a:rPr lang="en-US" altLang="ja-JP" sz="1200" spc="-40" dirty="0">
                <a:solidFill>
                  <a:srgbClr val="001F5F"/>
                </a:solidFill>
                <a:latin typeface="Meiryo UI" panose="020B0604030504040204" pitchFamily="50" charset="-128"/>
                <a:ea typeface="Meiryo UI" panose="020B0604030504040204" pitchFamily="50" charset="-128"/>
                <a:cs typeface="Microsoft YaHei UI"/>
              </a:rPr>
              <a:t>B2C: </a:t>
            </a:r>
            <a:r>
              <a:rPr lang="ja-JP" altLang="en-US" sz="1200" spc="-40" dirty="0">
                <a:solidFill>
                  <a:srgbClr val="001F5F"/>
                </a:solidFill>
                <a:latin typeface="Meiryo UI" panose="020B0604030504040204" pitchFamily="50" charset="-128"/>
                <a:ea typeface="Meiryo UI" panose="020B0604030504040204" pitchFamily="50" charset="-128"/>
                <a:cs typeface="Microsoft YaHei UI"/>
              </a:rPr>
              <a:t>公開見えるサイト、</a:t>
            </a:r>
            <a:r>
              <a:rPr lang="en-US" altLang="ja-JP" sz="1200" spc="-40" dirty="0">
                <a:solidFill>
                  <a:srgbClr val="001F5F"/>
                </a:solidFill>
                <a:latin typeface="Meiryo UI" panose="020B0604030504040204" pitchFamily="50" charset="-128"/>
                <a:ea typeface="Meiryo UI" panose="020B0604030504040204" pitchFamily="50" charset="-128"/>
                <a:cs typeface="Microsoft YaHei UI"/>
              </a:rPr>
              <a:t>UXUI</a:t>
            </a:r>
            <a:r>
              <a:rPr lang="ja-JP" altLang="en-US" sz="1200" spc="-40" dirty="0">
                <a:solidFill>
                  <a:srgbClr val="001F5F"/>
                </a:solidFill>
                <a:latin typeface="Meiryo UI" panose="020B0604030504040204" pitchFamily="50" charset="-128"/>
                <a:ea typeface="Meiryo UI" panose="020B0604030504040204" pitchFamily="50" charset="-128"/>
                <a:cs typeface="Microsoft YaHei UI"/>
              </a:rPr>
              <a:t>デザイン</a:t>
            </a:r>
            <a:endParaRPr lang="en-US" altLang="ja-JP" sz="1200" spc="-40" dirty="0">
              <a:solidFill>
                <a:srgbClr val="001F5F"/>
              </a:solidFill>
              <a:latin typeface="Meiryo UI" panose="020B0604030504040204" pitchFamily="50" charset="-128"/>
              <a:ea typeface="Meiryo UI" panose="020B0604030504040204" pitchFamily="50" charset="-128"/>
              <a:cs typeface="Microsoft YaHei UI"/>
            </a:endParaRPr>
          </a:p>
          <a:p>
            <a:pPr marL="603885" lvl="1" indent="-287020">
              <a:lnSpc>
                <a:spcPct val="100000"/>
              </a:lnSpc>
              <a:spcBef>
                <a:spcPts val="819"/>
              </a:spcBef>
              <a:buFont typeface="Wingdings"/>
              <a:buChar char=""/>
              <a:tabLst>
                <a:tab pos="603885" algn="l"/>
                <a:tab pos="604520" algn="l"/>
              </a:tabLst>
            </a:pPr>
            <a:r>
              <a:rPr lang="en-US" altLang="ja-JP" sz="1200" spc="-40" dirty="0">
                <a:solidFill>
                  <a:srgbClr val="001F5F"/>
                </a:solidFill>
                <a:latin typeface="Meiryo UI" panose="020B0604030504040204" pitchFamily="50" charset="-128"/>
                <a:ea typeface="Meiryo UI" panose="020B0604030504040204" pitchFamily="50" charset="-128"/>
                <a:cs typeface="Microsoft YaHei UI"/>
              </a:rPr>
              <a:t>AI/</a:t>
            </a:r>
            <a:r>
              <a:rPr lang="ja-JP" altLang="en-US" sz="1200" spc="-40" dirty="0">
                <a:solidFill>
                  <a:srgbClr val="001F5F"/>
                </a:solidFill>
                <a:latin typeface="Meiryo UI" panose="020B0604030504040204" pitchFamily="50" charset="-128"/>
                <a:ea typeface="Meiryo UI" panose="020B0604030504040204" pitchFamily="50" charset="-128"/>
                <a:cs typeface="Microsoft YaHei UI"/>
              </a:rPr>
              <a:t>機械学種</a:t>
            </a:r>
            <a:r>
              <a:rPr lang="en-US" altLang="ja-JP" sz="1200" spc="-40" dirty="0">
                <a:solidFill>
                  <a:srgbClr val="001F5F"/>
                </a:solidFill>
                <a:latin typeface="Meiryo UI" panose="020B0604030504040204" pitchFamily="50" charset="-128"/>
                <a:ea typeface="Meiryo UI" panose="020B0604030504040204" pitchFamily="50" charset="-128"/>
                <a:cs typeface="Microsoft YaHei UI"/>
              </a:rPr>
              <a:t>: </a:t>
            </a:r>
            <a:r>
              <a:rPr lang="ja-JP" altLang="en-US" sz="1200" spc="-40" dirty="0">
                <a:solidFill>
                  <a:srgbClr val="001F5F"/>
                </a:solidFill>
                <a:latin typeface="Meiryo UI" panose="020B0604030504040204" pitchFamily="50" charset="-128"/>
                <a:ea typeface="Meiryo UI" panose="020B0604030504040204" pitchFamily="50" charset="-128"/>
                <a:cs typeface="Microsoft YaHei UI"/>
              </a:rPr>
              <a:t>モデル作成、モデル選択、データ掃除、結果分析</a:t>
            </a:r>
            <a:endParaRPr lang="en-GB" altLang="ja-JP" sz="1200" spc="-40" dirty="0">
              <a:solidFill>
                <a:srgbClr val="001F5F"/>
              </a:solidFill>
              <a:latin typeface="Meiryo UI" panose="020B0604030504040204" pitchFamily="50" charset="-128"/>
              <a:ea typeface="Meiryo UI" panose="020B0604030504040204" pitchFamily="50" charset="-128"/>
              <a:cs typeface="Microsoft YaHei UI"/>
            </a:endParaRPr>
          </a:p>
          <a:p>
            <a:pPr marL="603885" lvl="1" indent="-287020">
              <a:lnSpc>
                <a:spcPct val="100000"/>
              </a:lnSpc>
              <a:spcBef>
                <a:spcPts val="819"/>
              </a:spcBef>
              <a:buFont typeface="Wingdings"/>
              <a:buChar char=""/>
              <a:tabLst>
                <a:tab pos="603885" algn="l"/>
                <a:tab pos="604520" algn="l"/>
              </a:tabLst>
            </a:pPr>
            <a:r>
              <a:rPr lang="en-GB" altLang="ja-JP" sz="1200" spc="-40" dirty="0">
                <a:solidFill>
                  <a:srgbClr val="001F5F"/>
                </a:solidFill>
                <a:latin typeface="Meiryo UI" panose="020B0604030504040204" pitchFamily="50" charset="-128"/>
                <a:ea typeface="Meiryo UI" panose="020B0604030504040204" pitchFamily="50" charset="-128"/>
                <a:cs typeface="Microsoft YaHei UI"/>
              </a:rPr>
              <a:t>AI Agent</a:t>
            </a:r>
            <a:r>
              <a:rPr lang="ja-JP" altLang="en-US" sz="1200" spc="-40" dirty="0">
                <a:solidFill>
                  <a:srgbClr val="001F5F"/>
                </a:solidFill>
                <a:latin typeface="Meiryo UI" panose="020B0604030504040204" pitchFamily="50" charset="-128"/>
                <a:ea typeface="Meiryo UI" panose="020B0604030504040204" pitchFamily="50" charset="-128"/>
                <a:cs typeface="Microsoft YaHei UI"/>
              </a:rPr>
              <a:t>でソリューション作成</a:t>
            </a:r>
            <a:endParaRPr lang="en-US" altLang="ja-JP" sz="1200" spc="-5" dirty="0">
              <a:solidFill>
                <a:srgbClr val="001F5F"/>
              </a:solidFill>
              <a:latin typeface="Meiryo UI" panose="020B0604030504040204" pitchFamily="50" charset="-128"/>
              <a:ea typeface="Meiryo UI" panose="020B0604030504040204" pitchFamily="50" charset="-128"/>
              <a:cs typeface="Microsoft YaHei UI"/>
            </a:endParaRPr>
          </a:p>
          <a:p>
            <a:pPr marL="145415" indent="-285750">
              <a:spcBef>
                <a:spcPts val="819"/>
              </a:spcBef>
              <a:buFont typeface="Wingdings" panose="05000000000000000000" pitchFamily="2" charset="2"/>
              <a:buChar char="u"/>
              <a:tabLst>
                <a:tab pos="603885" algn="l"/>
                <a:tab pos="604520" algn="l"/>
              </a:tabLst>
            </a:pPr>
            <a:r>
              <a:rPr lang="ja-JP" altLang="en-US" sz="1600" b="1" spc="-5" dirty="0">
                <a:solidFill>
                  <a:srgbClr val="001F5F"/>
                </a:solidFill>
                <a:latin typeface="Meiryo UI" panose="020B0604030504040204" pitchFamily="50" charset="-128"/>
                <a:ea typeface="Meiryo UI" panose="020B0604030504040204" pitchFamily="50" charset="-128"/>
                <a:cs typeface="Microsoft YaHei UI"/>
              </a:rPr>
              <a:t>業務知識：</a:t>
            </a:r>
            <a:endParaRPr lang="en-US" altLang="ja-JP" sz="1600" b="1" spc="-5" dirty="0">
              <a:solidFill>
                <a:srgbClr val="001F5F"/>
              </a:solidFill>
              <a:latin typeface="Meiryo UI" panose="020B0604030504040204" pitchFamily="50" charset="-128"/>
              <a:ea typeface="Meiryo UI" panose="020B0604030504040204" pitchFamily="50" charset="-128"/>
              <a:cs typeface="Microsoft YaHei UI"/>
            </a:endParaRPr>
          </a:p>
          <a:p>
            <a:pPr marL="602615" lvl="1" indent="-285750">
              <a:spcBef>
                <a:spcPts val="819"/>
              </a:spcBef>
              <a:buFont typeface="Wingdings" panose="05000000000000000000" pitchFamily="2" charset="2"/>
              <a:buChar char="Ø"/>
              <a:tabLst>
                <a:tab pos="603885" algn="l"/>
                <a:tab pos="604520" algn="l"/>
              </a:tabLst>
            </a:pPr>
            <a:r>
              <a:rPr lang="ja-JP" altLang="en-US" sz="1200" spc="-5" dirty="0">
                <a:solidFill>
                  <a:srgbClr val="001F5F"/>
                </a:solidFill>
                <a:latin typeface="Meiryo UI" panose="020B0604030504040204" pitchFamily="50" charset="-128"/>
                <a:ea typeface="Meiryo UI" panose="020B0604030504040204" pitchFamily="50" charset="-128"/>
                <a:cs typeface="Microsoft YaHei UI"/>
              </a:rPr>
              <a:t>血液検査管理システム</a:t>
            </a:r>
            <a:r>
              <a:rPr lang="ja-JP" altLang="en-US" sz="1200" spc="-40" dirty="0">
                <a:solidFill>
                  <a:srgbClr val="001F5F"/>
                </a:solidFill>
                <a:latin typeface="Meiryo UI" panose="020B0604030504040204" pitchFamily="50" charset="-128"/>
                <a:ea typeface="Meiryo UI" panose="020B0604030504040204" pitchFamily="50" charset="-128"/>
                <a:cs typeface="Microsoft YaHei UI"/>
              </a:rPr>
              <a:t>開発の知識</a:t>
            </a:r>
            <a:endParaRPr lang="en-US" altLang="ja-JP" sz="1200" spc="-40" dirty="0">
              <a:solidFill>
                <a:srgbClr val="001F5F"/>
              </a:solidFill>
              <a:latin typeface="Meiryo UI" panose="020B0604030504040204" pitchFamily="50" charset="-128"/>
              <a:ea typeface="Meiryo UI" panose="020B0604030504040204" pitchFamily="50" charset="-128"/>
              <a:cs typeface="Microsoft YaHei UI"/>
            </a:endParaRPr>
          </a:p>
          <a:p>
            <a:pPr marL="602615" lvl="1" indent="-285750">
              <a:spcBef>
                <a:spcPts val="819"/>
              </a:spcBef>
              <a:buFont typeface="Wingdings" panose="05000000000000000000" pitchFamily="2" charset="2"/>
              <a:buChar char="Ø"/>
              <a:tabLst>
                <a:tab pos="603885" algn="l"/>
                <a:tab pos="604520" algn="l"/>
              </a:tabLst>
            </a:pPr>
            <a:r>
              <a:rPr lang="ja-JP" altLang="en-US" sz="1200" spc="-40" dirty="0">
                <a:solidFill>
                  <a:srgbClr val="001F5F"/>
                </a:solidFill>
                <a:latin typeface="Meiryo UI" panose="020B0604030504040204" pitchFamily="50" charset="-128"/>
                <a:ea typeface="Meiryo UI" panose="020B0604030504040204" pitchFamily="50" charset="-128"/>
                <a:cs typeface="Microsoft YaHei UI"/>
              </a:rPr>
              <a:t>工場の生産管理開発の知識</a:t>
            </a:r>
            <a:endParaRPr lang="en-US" altLang="ja-JP" sz="1200" spc="-40" dirty="0">
              <a:solidFill>
                <a:srgbClr val="001F5F"/>
              </a:solidFill>
              <a:latin typeface="Meiryo UI" panose="020B0604030504040204" pitchFamily="50" charset="-128"/>
              <a:ea typeface="Meiryo UI" panose="020B0604030504040204" pitchFamily="50" charset="-128"/>
              <a:cs typeface="Microsoft YaHei UI"/>
            </a:endParaRPr>
          </a:p>
          <a:p>
            <a:pPr marL="602615" lvl="1" indent="-285750">
              <a:spcBef>
                <a:spcPts val="819"/>
              </a:spcBef>
              <a:buFont typeface="Wingdings" panose="05000000000000000000" pitchFamily="2" charset="2"/>
              <a:buChar char="Ø"/>
              <a:tabLst>
                <a:tab pos="603885" algn="l"/>
                <a:tab pos="604520" algn="l"/>
              </a:tabLst>
            </a:pPr>
            <a:r>
              <a:rPr lang="ja-JP" altLang="en-US" sz="1200" spc="-40" dirty="0">
                <a:solidFill>
                  <a:srgbClr val="001F5F"/>
                </a:solidFill>
                <a:latin typeface="Meiryo UI" panose="020B0604030504040204" pitchFamily="50" charset="-128"/>
                <a:ea typeface="Meiryo UI" panose="020B0604030504040204" pitchFamily="50" charset="-128"/>
                <a:cs typeface="Microsoft YaHei UI"/>
              </a:rPr>
              <a:t>予約システム開発の知識</a:t>
            </a:r>
            <a:endParaRPr kumimoji="0" lang="en-US" altLang="ja-JP" sz="1200" b="1" kern="0" spc="-340" dirty="0">
              <a:solidFill>
                <a:srgbClr val="001F5F"/>
              </a:solidFill>
              <a:latin typeface="Meiryo UI" panose="020B0604030504040204" pitchFamily="50" charset="-128"/>
              <a:ea typeface="Meiryo UI" panose="020B0604030504040204" pitchFamily="50" charset="-128"/>
              <a:cs typeface="Microsoft YaHei UI"/>
            </a:endParaRPr>
          </a:p>
          <a:p>
            <a:pPr marL="145415" indent="-285750">
              <a:spcBef>
                <a:spcPts val="819"/>
              </a:spcBef>
              <a:buFont typeface="Wingdings" panose="05000000000000000000" pitchFamily="2" charset="2"/>
              <a:buChar char="u"/>
              <a:tabLst>
                <a:tab pos="603885" algn="l"/>
                <a:tab pos="604520" algn="l"/>
              </a:tabLst>
            </a:pPr>
            <a:r>
              <a:rPr kumimoji="0" lang="ja-JP" altLang="en-US" sz="1600" b="1" i="0" u="none" strike="noStrike" kern="0" cap="none" spc="-10" normalizeH="0" baseline="0" noProof="0" dirty="0">
                <a:ln>
                  <a:noFill/>
                </a:ln>
                <a:solidFill>
                  <a:srgbClr val="001F5F"/>
                </a:solidFill>
                <a:effectLst/>
                <a:uLnTx/>
                <a:uFillTx/>
                <a:latin typeface="Meiryo UI" panose="020B0604030504040204" pitchFamily="50" charset="-128"/>
                <a:ea typeface="Meiryo UI" panose="020B0604030504040204" pitchFamily="50" charset="-128"/>
                <a:cs typeface="Microsoft YaHei UI"/>
              </a:rPr>
              <a:t>経験：</a:t>
            </a:r>
            <a:endParaRPr kumimoji="0" lang="ja-JP" altLang="en-US" sz="1600" b="0" i="0" u="none" strike="noStrike" kern="0" cap="none" spc="0" normalizeH="0" baseline="0" noProof="0" dirty="0">
              <a:ln>
                <a:noFill/>
              </a:ln>
              <a:solidFill>
                <a:srgbClr val="001F5F"/>
              </a:solidFill>
              <a:effectLst/>
              <a:uLnTx/>
              <a:uFillTx/>
              <a:latin typeface="Meiryo UI" panose="020B0604030504040204" pitchFamily="50" charset="-128"/>
              <a:ea typeface="Meiryo UI" panose="020B0604030504040204" pitchFamily="50" charset="-128"/>
              <a:cs typeface="Microsoft YaHei UI"/>
            </a:endParaRPr>
          </a:p>
          <a:p>
            <a:pPr marL="603885" lvl="1" indent="-287020">
              <a:spcBef>
                <a:spcPts val="819"/>
              </a:spcBef>
              <a:buFont typeface="Wingdings"/>
              <a:buChar char=""/>
              <a:tabLst>
                <a:tab pos="603885" algn="l"/>
                <a:tab pos="604520" algn="l"/>
              </a:tabLst>
              <a:defRPr/>
            </a:pPr>
            <a:r>
              <a:rPr lang="ja-JP" altLang="en-US" sz="1200" spc="-40" dirty="0">
                <a:solidFill>
                  <a:srgbClr val="001F5F"/>
                </a:solidFill>
                <a:latin typeface="Meiryo UI" panose="020B0604030504040204" pitchFamily="50" charset="-128"/>
                <a:ea typeface="Meiryo UI" panose="020B0604030504040204" pitchFamily="50" charset="-128"/>
                <a:cs typeface="Microsoft YaHei UI"/>
              </a:rPr>
              <a:t>生産管理システム、開発者、</a:t>
            </a:r>
            <a:r>
              <a:rPr kumimoji="0" lang="en-US" altLang="ja-JP" sz="1200" kern="0" dirty="0">
                <a:solidFill>
                  <a:srgbClr val="001F5F"/>
                </a:solidFill>
                <a:latin typeface="Meiryo UI" panose="020B0604030504040204" pitchFamily="50" charset="-128"/>
                <a:ea typeface="Meiryo UI" panose="020B0604030504040204" pitchFamily="50" charset="-128"/>
                <a:cs typeface="Microsoft YaHei UI"/>
              </a:rPr>
              <a:t>6</a:t>
            </a:r>
            <a:r>
              <a:rPr kumimoji="0" lang="ja-JP" altLang="en-US" sz="1200" kern="0" dirty="0">
                <a:solidFill>
                  <a:srgbClr val="001F5F"/>
                </a:solidFill>
                <a:latin typeface="Meiryo UI" panose="020B0604030504040204" pitchFamily="50" charset="-128"/>
                <a:ea typeface="Meiryo UI" panose="020B0604030504040204" pitchFamily="50" charset="-128"/>
                <a:cs typeface="Microsoft YaHei UI"/>
              </a:rPr>
              <a:t>年間、４人</a:t>
            </a:r>
            <a:endParaRPr lang="en-GB" altLang="ja-JP" sz="1200" spc="-5" dirty="0">
              <a:solidFill>
                <a:srgbClr val="001F5F"/>
              </a:solidFill>
              <a:latin typeface="Meiryo UI" panose="020B0604030504040204" pitchFamily="50" charset="-128"/>
              <a:ea typeface="Meiryo UI" panose="020B0604030504040204" pitchFamily="50" charset="-128"/>
              <a:cs typeface="Microsoft YaHei UI"/>
            </a:endParaRPr>
          </a:p>
          <a:p>
            <a:pPr marL="603885" marR="0" lvl="1" indent="-287020" defTabSz="914400" eaLnBrk="1" fontAlgn="auto" latinLnBrk="0" hangingPunct="1">
              <a:lnSpc>
                <a:spcPct val="100000"/>
              </a:lnSpc>
              <a:spcBef>
                <a:spcPts val="819"/>
              </a:spcBef>
              <a:spcAft>
                <a:spcPts val="0"/>
              </a:spcAft>
              <a:buClrTx/>
              <a:buSzTx/>
              <a:buFont typeface="Wingdings"/>
              <a:buChar char=""/>
              <a:tabLst>
                <a:tab pos="603885" algn="l"/>
                <a:tab pos="604520" algn="l"/>
              </a:tabLst>
              <a:defRPr/>
            </a:pPr>
            <a:r>
              <a:rPr lang="ja-JP" altLang="en-US" sz="1200" spc="-5" dirty="0">
                <a:solidFill>
                  <a:srgbClr val="001F5F"/>
                </a:solidFill>
                <a:latin typeface="Meiryo UI" panose="020B0604030504040204" pitchFamily="50" charset="-128"/>
                <a:ea typeface="Meiryo UI" panose="020B0604030504040204" pitchFamily="50" charset="-128"/>
                <a:cs typeface="Microsoft YaHei UI"/>
              </a:rPr>
              <a:t>血液検査管理システム、</a:t>
            </a:r>
            <a:r>
              <a:rPr lang="en-GB" altLang="ja-JP" sz="1200" spc="-5" dirty="0">
                <a:solidFill>
                  <a:srgbClr val="001F5F"/>
                </a:solidFill>
                <a:latin typeface="Meiryo UI" panose="020B0604030504040204" pitchFamily="50" charset="-128"/>
                <a:ea typeface="Meiryo UI" panose="020B0604030504040204" pitchFamily="50" charset="-128"/>
                <a:cs typeface="Microsoft YaHei UI"/>
              </a:rPr>
              <a:t>SA</a:t>
            </a:r>
            <a:r>
              <a:rPr lang="ja-JP" altLang="en-US" sz="1200" spc="-5" dirty="0">
                <a:solidFill>
                  <a:srgbClr val="001F5F"/>
                </a:solidFill>
                <a:latin typeface="Meiryo UI" panose="020B0604030504040204" pitchFamily="50" charset="-128"/>
                <a:ea typeface="Meiryo UI" panose="020B0604030504040204" pitchFamily="50" charset="-128"/>
                <a:cs typeface="Microsoft YaHei UI"/>
              </a:rPr>
              <a:t>、</a:t>
            </a:r>
            <a:r>
              <a:rPr kumimoji="0" lang="ja-JP" altLang="en-US" sz="1200" kern="0" dirty="0">
                <a:solidFill>
                  <a:srgbClr val="001F5F"/>
                </a:solidFill>
                <a:latin typeface="Meiryo UI" panose="020B0604030504040204" pitchFamily="50" charset="-128"/>
                <a:ea typeface="Meiryo UI" panose="020B0604030504040204" pitchFamily="50" charset="-128"/>
                <a:cs typeface="Microsoft YaHei UI"/>
              </a:rPr>
              <a:t>２</a:t>
            </a:r>
            <a:r>
              <a:rPr kumimoji="0" lang="ja-JP" altLang="en-US" sz="1200" b="0" i="0" u="none" strike="noStrike" kern="0" cap="none" spc="0" normalizeH="0" baseline="0" noProof="0" dirty="0">
                <a:ln>
                  <a:noFill/>
                </a:ln>
                <a:solidFill>
                  <a:srgbClr val="001F5F"/>
                </a:solidFill>
                <a:effectLst/>
                <a:uLnTx/>
                <a:uFillTx/>
                <a:latin typeface="Meiryo UI" panose="020B0604030504040204" pitchFamily="50" charset="-128"/>
                <a:ea typeface="Meiryo UI" panose="020B0604030504040204" pitchFamily="50" charset="-128"/>
                <a:cs typeface="Microsoft YaHei UI"/>
              </a:rPr>
              <a:t>年間、２０人</a:t>
            </a:r>
            <a:endParaRPr kumimoji="0" lang="en-US" altLang="ja-JP" sz="1200" b="0" i="0" u="none" strike="noStrike" kern="0" cap="none" spc="0" normalizeH="0" baseline="0" noProof="0" dirty="0">
              <a:ln>
                <a:noFill/>
              </a:ln>
              <a:solidFill>
                <a:srgbClr val="001F5F"/>
              </a:solidFill>
              <a:effectLst/>
              <a:uLnTx/>
              <a:uFillTx/>
              <a:latin typeface="Meiryo UI" panose="020B0604030504040204" pitchFamily="50" charset="-128"/>
              <a:ea typeface="Meiryo UI" panose="020B0604030504040204" pitchFamily="50" charset="-128"/>
              <a:cs typeface="Microsoft YaHei UI"/>
            </a:endParaRPr>
          </a:p>
          <a:p>
            <a:pPr marL="603885" marR="0" lvl="1" indent="-287020" defTabSz="914400" eaLnBrk="1" fontAlgn="auto" latinLnBrk="0" hangingPunct="1">
              <a:lnSpc>
                <a:spcPct val="100000"/>
              </a:lnSpc>
              <a:spcBef>
                <a:spcPts val="819"/>
              </a:spcBef>
              <a:spcAft>
                <a:spcPts val="0"/>
              </a:spcAft>
              <a:buClrTx/>
              <a:buSzTx/>
              <a:buFont typeface="Wingdings"/>
              <a:buChar char=""/>
              <a:tabLst>
                <a:tab pos="603885" algn="l"/>
                <a:tab pos="604520" algn="l"/>
              </a:tabLst>
              <a:defRPr/>
            </a:pPr>
            <a:r>
              <a:rPr kumimoji="0" lang="en-US" altLang="ja-JP" sz="1200" kern="0" dirty="0">
                <a:solidFill>
                  <a:srgbClr val="001F5F"/>
                </a:solidFill>
                <a:latin typeface="Meiryo UI" panose="020B0604030504040204" pitchFamily="50" charset="-128"/>
                <a:ea typeface="Meiryo UI" panose="020B0604030504040204" pitchFamily="50" charset="-128"/>
                <a:cs typeface="Microsoft YaHei UI"/>
              </a:rPr>
              <a:t>AI/</a:t>
            </a:r>
            <a:r>
              <a:rPr kumimoji="0" lang="ja-JP" altLang="en-US" sz="1200" kern="0" dirty="0">
                <a:solidFill>
                  <a:srgbClr val="001F5F"/>
                </a:solidFill>
                <a:latin typeface="Meiryo UI" panose="020B0604030504040204" pitchFamily="50" charset="-128"/>
                <a:ea typeface="Meiryo UI" panose="020B0604030504040204" pitchFamily="50" charset="-128"/>
                <a:cs typeface="Microsoft YaHei UI"/>
              </a:rPr>
              <a:t>計算モデル開発、</a:t>
            </a:r>
            <a:r>
              <a:rPr kumimoji="0" lang="en-US" altLang="ja-JP" sz="1200" kern="0" dirty="0">
                <a:solidFill>
                  <a:srgbClr val="001F5F"/>
                </a:solidFill>
                <a:latin typeface="Meiryo UI" panose="020B0604030504040204" pitchFamily="50" charset="-128"/>
                <a:ea typeface="Meiryo UI" panose="020B0604030504040204" pitchFamily="50" charset="-128"/>
                <a:cs typeface="Microsoft YaHei UI"/>
              </a:rPr>
              <a:t>PM/</a:t>
            </a:r>
            <a:r>
              <a:rPr kumimoji="0" lang="ja-JP" altLang="en-US" sz="1200" kern="0" dirty="0">
                <a:solidFill>
                  <a:srgbClr val="001F5F"/>
                </a:solidFill>
                <a:latin typeface="Meiryo UI" panose="020B0604030504040204" pitchFamily="50" charset="-128"/>
                <a:ea typeface="Meiryo UI" panose="020B0604030504040204" pitchFamily="50" charset="-128"/>
                <a:cs typeface="Microsoft YaHei UI"/>
              </a:rPr>
              <a:t>開発、</a:t>
            </a:r>
            <a:r>
              <a:rPr kumimoji="0" lang="en-US" altLang="ja-JP" sz="1200" kern="0" dirty="0">
                <a:solidFill>
                  <a:srgbClr val="001F5F"/>
                </a:solidFill>
                <a:latin typeface="Meiryo UI" panose="020B0604030504040204" pitchFamily="50" charset="-128"/>
                <a:ea typeface="Meiryo UI" panose="020B0604030504040204" pitchFamily="50" charset="-128"/>
                <a:cs typeface="Microsoft YaHei UI"/>
              </a:rPr>
              <a:t>6</a:t>
            </a:r>
            <a:r>
              <a:rPr kumimoji="0" lang="ja-JP" altLang="en-US" sz="1200" kern="0" dirty="0">
                <a:solidFill>
                  <a:srgbClr val="001F5F"/>
                </a:solidFill>
                <a:latin typeface="Meiryo UI" panose="020B0604030504040204" pitchFamily="50" charset="-128"/>
                <a:ea typeface="Meiryo UI" panose="020B0604030504040204" pitchFamily="50" charset="-128"/>
                <a:cs typeface="Microsoft YaHei UI"/>
              </a:rPr>
              <a:t>年間、３人</a:t>
            </a:r>
            <a:endParaRPr kumimoji="0" lang="en-GB" altLang="ja-JP" sz="1200" kern="0" dirty="0">
              <a:solidFill>
                <a:srgbClr val="001F5F"/>
              </a:solidFill>
              <a:latin typeface="Meiryo UI" panose="020B0604030504040204" pitchFamily="50" charset="-128"/>
              <a:ea typeface="Meiryo UI" panose="020B0604030504040204" pitchFamily="50" charset="-128"/>
              <a:cs typeface="Microsoft YaHei UI"/>
            </a:endParaRPr>
          </a:p>
          <a:p>
            <a:pPr marL="603885" marR="0" lvl="1" indent="-287020" defTabSz="914400" eaLnBrk="1" fontAlgn="auto" latinLnBrk="0" hangingPunct="1">
              <a:lnSpc>
                <a:spcPct val="100000"/>
              </a:lnSpc>
              <a:spcBef>
                <a:spcPts val="819"/>
              </a:spcBef>
              <a:spcAft>
                <a:spcPts val="0"/>
              </a:spcAft>
              <a:buClrTx/>
              <a:buSzTx/>
              <a:buFont typeface="Wingdings"/>
              <a:buChar char=""/>
              <a:tabLst>
                <a:tab pos="603885" algn="l"/>
                <a:tab pos="604520" algn="l"/>
              </a:tabLst>
              <a:defRPr/>
            </a:pPr>
            <a:r>
              <a:rPr kumimoji="0" lang="en-GB" altLang="ja-JP" sz="1200" kern="0" dirty="0">
                <a:solidFill>
                  <a:srgbClr val="001F5F"/>
                </a:solidFill>
                <a:latin typeface="Meiryo UI" panose="020B0604030504040204" pitchFamily="50" charset="-128"/>
                <a:ea typeface="Meiryo UI" panose="020B0604030504040204" pitchFamily="50" charset="-128"/>
                <a:cs typeface="Microsoft YaHei UI"/>
              </a:rPr>
              <a:t>e</a:t>
            </a:r>
            <a:r>
              <a:rPr kumimoji="0" lang="ja-JP" altLang="en-US" sz="1200" kern="0" dirty="0">
                <a:solidFill>
                  <a:srgbClr val="001F5F"/>
                </a:solidFill>
                <a:latin typeface="Meiryo UI" panose="020B0604030504040204" pitchFamily="50" charset="-128"/>
                <a:ea typeface="Meiryo UI" panose="020B0604030504040204" pitchFamily="50" charset="-128"/>
                <a:cs typeface="Microsoft YaHei UI"/>
              </a:rPr>
              <a:t>コマースのデザイン改善、</a:t>
            </a:r>
            <a:r>
              <a:rPr kumimoji="0" lang="en-US" altLang="ja-JP" sz="1200" kern="0" dirty="0">
                <a:solidFill>
                  <a:srgbClr val="001F5F"/>
                </a:solidFill>
                <a:latin typeface="Meiryo UI" panose="020B0604030504040204" pitchFamily="50" charset="-128"/>
                <a:ea typeface="Meiryo UI" panose="020B0604030504040204" pitchFamily="50" charset="-128"/>
                <a:cs typeface="Microsoft YaHei UI"/>
              </a:rPr>
              <a:t>PM/</a:t>
            </a:r>
            <a:r>
              <a:rPr kumimoji="0" lang="ja-JP" altLang="en-US" sz="1200" kern="0" dirty="0">
                <a:solidFill>
                  <a:srgbClr val="001F5F"/>
                </a:solidFill>
                <a:latin typeface="Meiryo UI" panose="020B0604030504040204" pitchFamily="50" charset="-128"/>
                <a:ea typeface="Meiryo UI" panose="020B0604030504040204" pitchFamily="50" charset="-128"/>
                <a:cs typeface="Microsoft YaHei UI"/>
              </a:rPr>
              <a:t>デザイン、１年間、３人</a:t>
            </a:r>
            <a:endParaRPr kumimoji="0" lang="en-GB" altLang="ja-JP" sz="1200" kern="0" dirty="0">
              <a:solidFill>
                <a:srgbClr val="001F5F"/>
              </a:solidFill>
              <a:latin typeface="Meiryo UI" panose="020B0604030504040204" pitchFamily="50" charset="-128"/>
              <a:ea typeface="Meiryo UI" panose="020B0604030504040204" pitchFamily="50" charset="-128"/>
              <a:cs typeface="Microsoft YaHei UI"/>
            </a:endParaRPr>
          </a:p>
          <a:p>
            <a:pPr marL="299085" marR="0" lvl="0" indent="-287020" defTabSz="914400" eaLnBrk="1" fontAlgn="auto" latinLnBrk="0" hangingPunct="1">
              <a:lnSpc>
                <a:spcPct val="100000"/>
              </a:lnSpc>
              <a:spcBef>
                <a:spcPts val="860"/>
              </a:spcBef>
              <a:spcAft>
                <a:spcPts val="0"/>
              </a:spcAft>
              <a:buClrTx/>
              <a:buSzTx/>
              <a:buFont typeface="Wingdings"/>
              <a:buChar char=""/>
              <a:tabLst>
                <a:tab pos="299720" algn="l"/>
              </a:tabLst>
              <a:defRPr/>
            </a:pPr>
            <a:r>
              <a:rPr kumimoji="0" lang="ja-JP" altLang="en-US" sz="1600" b="1" i="0" u="none" strike="noStrike" kern="0" cap="none" spc="-5" normalizeH="0" baseline="0" noProof="0" dirty="0">
                <a:ln>
                  <a:noFill/>
                </a:ln>
                <a:solidFill>
                  <a:srgbClr val="001F5F"/>
                </a:solidFill>
                <a:effectLst/>
                <a:uLnTx/>
                <a:uFillTx/>
                <a:latin typeface="Meiryo UI" panose="020B0604030504040204" pitchFamily="50" charset="-128"/>
                <a:ea typeface="Meiryo UI" panose="020B0604030504040204" pitchFamily="50" charset="-128"/>
                <a:cs typeface="Microsoft YaHei UI"/>
              </a:rPr>
              <a:t>資格：</a:t>
            </a:r>
            <a:endParaRPr kumimoji="0" lang="ja-JP" altLang="en-US" sz="1600" b="0" i="0" u="none" strike="noStrike" kern="0" cap="none" spc="0" normalizeH="0" baseline="0" noProof="0" dirty="0">
              <a:ln>
                <a:noFill/>
              </a:ln>
              <a:solidFill>
                <a:srgbClr val="001F5F"/>
              </a:solidFill>
              <a:effectLst/>
              <a:uLnTx/>
              <a:uFillTx/>
              <a:latin typeface="Meiryo UI" panose="020B0604030504040204" pitchFamily="50" charset="-128"/>
              <a:ea typeface="Meiryo UI" panose="020B0604030504040204" pitchFamily="50" charset="-128"/>
              <a:cs typeface="Microsoft YaHei UI"/>
            </a:endParaRPr>
          </a:p>
          <a:p>
            <a:pPr marL="756285" lvl="1" indent="-287020">
              <a:spcBef>
                <a:spcPts val="819"/>
              </a:spcBef>
              <a:buFont typeface="Wingdings"/>
              <a:buChar char=""/>
              <a:tabLst>
                <a:tab pos="756285" algn="l"/>
                <a:tab pos="756920" algn="l"/>
              </a:tabLst>
              <a:defRPr/>
            </a:pPr>
            <a:r>
              <a:rPr kumimoji="0" lang="en-US" altLang="ja-JP" sz="1200" b="0" i="0" u="none" strike="noStrike" kern="0" cap="none" spc="35" normalizeH="0" baseline="0" noProof="0" dirty="0">
                <a:ln>
                  <a:noFill/>
                </a:ln>
                <a:solidFill>
                  <a:srgbClr val="001F5F"/>
                </a:solidFill>
                <a:effectLst/>
                <a:uLnTx/>
                <a:uFillTx/>
                <a:latin typeface="Meiryo UI" panose="020B0604030504040204" pitchFamily="50" charset="-128"/>
                <a:ea typeface="Meiryo UI" panose="020B0604030504040204" pitchFamily="50" charset="-128"/>
                <a:cs typeface="Microsoft YaHei UI"/>
              </a:rPr>
              <a:t>JLPT</a:t>
            </a:r>
            <a:r>
              <a:rPr kumimoji="0" lang="ja-JP" altLang="en-US" sz="1200" b="0" i="0" u="none" strike="noStrike" kern="0" cap="none" spc="5" normalizeH="0" baseline="0" noProof="0" dirty="0">
                <a:ln>
                  <a:noFill/>
                </a:ln>
                <a:solidFill>
                  <a:srgbClr val="001F5F"/>
                </a:solidFill>
                <a:effectLst/>
                <a:uLnTx/>
                <a:uFillTx/>
                <a:latin typeface="Meiryo UI" panose="020B0604030504040204" pitchFamily="50" charset="-128"/>
                <a:ea typeface="Meiryo UI" panose="020B0604030504040204" pitchFamily="50" charset="-128"/>
                <a:cs typeface="Microsoft YaHei UI"/>
              </a:rPr>
              <a:t> </a:t>
            </a:r>
            <a:r>
              <a:rPr kumimoji="0" lang="en-US" altLang="ja-JP" sz="1200" b="0" i="0" u="none" strike="noStrike" kern="0" cap="none" spc="-30" normalizeH="0" baseline="0" noProof="0" dirty="0">
                <a:ln>
                  <a:noFill/>
                </a:ln>
                <a:solidFill>
                  <a:srgbClr val="001F5F"/>
                </a:solidFill>
                <a:effectLst/>
                <a:uLnTx/>
                <a:uFillTx/>
                <a:latin typeface="Meiryo UI" panose="020B0604030504040204" pitchFamily="50" charset="-128"/>
                <a:ea typeface="Meiryo UI" panose="020B0604030504040204" pitchFamily="50" charset="-128"/>
                <a:cs typeface="Microsoft YaHei UI"/>
              </a:rPr>
              <a:t>N2 (</a:t>
            </a:r>
            <a:r>
              <a:rPr kumimoji="0" lang="ja-JP" altLang="en-US" sz="1200" b="0" i="0" u="none" strike="noStrike" kern="0" cap="none" spc="-30" normalizeH="0" baseline="0" noProof="0" dirty="0">
                <a:ln>
                  <a:noFill/>
                </a:ln>
                <a:solidFill>
                  <a:srgbClr val="001F5F"/>
                </a:solidFill>
                <a:effectLst/>
                <a:uLnTx/>
                <a:uFillTx/>
                <a:latin typeface="Meiryo UI" panose="020B0604030504040204" pitchFamily="50" charset="-128"/>
                <a:ea typeface="Meiryo UI" panose="020B0604030504040204" pitchFamily="50" charset="-128"/>
                <a:cs typeface="Microsoft YaHei UI"/>
              </a:rPr>
              <a:t>日本１５年間</a:t>
            </a:r>
            <a:r>
              <a:rPr kumimoji="0" lang="en-GB" altLang="ja-JP" sz="1200" b="0" i="0" u="none" strike="noStrike" kern="0" cap="none" spc="-30" normalizeH="0" baseline="0" noProof="0" dirty="0">
                <a:ln>
                  <a:noFill/>
                </a:ln>
                <a:solidFill>
                  <a:srgbClr val="001F5F"/>
                </a:solidFill>
                <a:effectLst/>
                <a:uLnTx/>
                <a:uFillTx/>
                <a:latin typeface="Meiryo UI" panose="020B0604030504040204" pitchFamily="50" charset="-128"/>
                <a:ea typeface="Meiryo UI" panose="020B0604030504040204" pitchFamily="50" charset="-128"/>
                <a:cs typeface="Microsoft YaHei UI"/>
              </a:rPr>
              <a:t>)</a:t>
            </a:r>
            <a:r>
              <a:rPr kumimoji="0" lang="ja-JP" altLang="en-US" sz="1200" b="0" i="0" u="none" strike="noStrike" kern="0" cap="none" spc="-30" normalizeH="0" baseline="0" noProof="0" dirty="0">
                <a:ln>
                  <a:noFill/>
                </a:ln>
                <a:solidFill>
                  <a:srgbClr val="001F5F"/>
                </a:solidFill>
                <a:effectLst/>
                <a:uLnTx/>
                <a:uFillTx/>
                <a:latin typeface="Meiryo UI" panose="020B0604030504040204" pitchFamily="50" charset="-128"/>
                <a:ea typeface="Meiryo UI" panose="020B0604030504040204" pitchFamily="50" charset="-128"/>
                <a:cs typeface="Microsoft YaHei UI"/>
              </a:rPr>
              <a:t>、</a:t>
            </a:r>
            <a:r>
              <a:rPr kumimoji="0" lang="en-US" altLang="ja-JP" sz="1200" b="0" i="0" u="none" strike="noStrike" kern="0" cap="none" spc="-30" normalizeH="0" baseline="0" noProof="0" dirty="0">
                <a:ln>
                  <a:noFill/>
                </a:ln>
                <a:solidFill>
                  <a:srgbClr val="001F5F"/>
                </a:solidFill>
                <a:effectLst/>
                <a:uLnTx/>
                <a:uFillTx/>
                <a:latin typeface="Meiryo UI" panose="020B0604030504040204" pitchFamily="50" charset="-128"/>
                <a:ea typeface="Meiryo UI" panose="020B0604030504040204" pitchFamily="50" charset="-128"/>
                <a:cs typeface="Microsoft YaHei UI"/>
              </a:rPr>
              <a:t>PMP</a:t>
            </a:r>
            <a:r>
              <a:rPr kumimoji="0" lang="ja-JP" altLang="en-US" sz="1200" b="0" i="0" u="none" strike="noStrike" kern="0" cap="none" spc="-30" normalizeH="0" baseline="0" noProof="0" dirty="0">
                <a:ln>
                  <a:noFill/>
                </a:ln>
                <a:solidFill>
                  <a:srgbClr val="001F5F"/>
                </a:solidFill>
                <a:effectLst/>
                <a:uLnTx/>
                <a:uFillTx/>
                <a:latin typeface="Meiryo UI" panose="020B0604030504040204" pitchFamily="50" charset="-128"/>
                <a:ea typeface="Meiryo UI" panose="020B0604030504040204" pitchFamily="50" charset="-128"/>
                <a:cs typeface="Microsoft YaHei UI"/>
              </a:rPr>
              <a:t>、</a:t>
            </a:r>
            <a:r>
              <a:rPr kumimoji="0" lang="ja-JP" altLang="en-US" sz="1200" kern="0" spc="-30" dirty="0">
                <a:solidFill>
                  <a:srgbClr val="001F5F"/>
                </a:solidFill>
                <a:latin typeface="Meiryo UI" panose="020B0604030504040204" pitchFamily="50" charset="-128"/>
                <a:ea typeface="Meiryo UI" panose="020B0604030504040204" pitchFamily="50" charset="-128"/>
                <a:cs typeface="Microsoft YaHei UI"/>
              </a:rPr>
              <a:t>母語は英語</a:t>
            </a:r>
            <a:endParaRPr kumimoji="0" lang="ja-JP" altLang="en-US" sz="1200" b="0" i="0" u="none" strike="noStrike" kern="0" cap="none" spc="0" normalizeH="0" baseline="0" noProof="0" dirty="0">
              <a:ln>
                <a:noFill/>
              </a:ln>
              <a:solidFill>
                <a:sysClr val="windowText" lastClr="000000"/>
              </a:solidFill>
              <a:effectLst/>
              <a:uLnTx/>
              <a:uFillTx/>
              <a:latin typeface="Meiryo UI" panose="020B0604030504040204" pitchFamily="50" charset="-128"/>
              <a:ea typeface="Meiryo UI" panose="020B0604030504040204" pitchFamily="50" charset="-128"/>
              <a:cs typeface="Microsoft YaHei UI"/>
            </a:endParaRPr>
          </a:p>
        </p:txBody>
      </p:sp>
      <p:sp>
        <p:nvSpPr>
          <p:cNvPr id="11" name="object 11"/>
          <p:cNvSpPr txBox="1"/>
          <p:nvPr/>
        </p:nvSpPr>
        <p:spPr>
          <a:xfrm>
            <a:off x="5593205" y="1323021"/>
            <a:ext cx="5169957" cy="2351925"/>
          </a:xfrm>
          <a:prstGeom prst="rect">
            <a:avLst/>
          </a:prstGeom>
        </p:spPr>
        <p:txBody>
          <a:bodyPr vert="horz" wrap="square" lIns="0" tIns="104139" rIns="0" bIns="0" rtlCol="0">
            <a:spAutoFit/>
          </a:bodyPr>
          <a:lstStyle/>
          <a:p>
            <a:pPr marL="299085" indent="-287020">
              <a:lnSpc>
                <a:spcPct val="100000"/>
              </a:lnSpc>
              <a:spcBef>
                <a:spcPts val="819"/>
              </a:spcBef>
              <a:buFont typeface="Wingdings"/>
              <a:buChar char=""/>
              <a:tabLst>
                <a:tab pos="299085" algn="l"/>
                <a:tab pos="299720" algn="l"/>
              </a:tabLst>
            </a:pPr>
            <a:r>
              <a:rPr kumimoji="0" lang="ja-JP" altLang="en-US" sz="1200" kern="0" dirty="0">
                <a:solidFill>
                  <a:srgbClr val="001F5F"/>
                </a:solidFill>
                <a:latin typeface="Meiryo UI" panose="020B0604030504040204" pitchFamily="50" charset="-128"/>
                <a:ea typeface="Meiryo UI" panose="020B0604030504040204" pitchFamily="50" charset="-128"/>
              </a:rPr>
              <a:t>フレーム</a:t>
            </a:r>
            <a:r>
              <a:rPr kumimoji="0" sz="1200" kern="0" dirty="0" err="1">
                <a:solidFill>
                  <a:srgbClr val="001F5F"/>
                </a:solidFill>
                <a:latin typeface="Meiryo UI" panose="020B0604030504040204" pitchFamily="50" charset="-128"/>
                <a:ea typeface="Meiryo UI" panose="020B0604030504040204" pitchFamily="50" charset="-128"/>
              </a:rPr>
              <a:t>ワーク</a:t>
            </a:r>
            <a:r>
              <a:rPr kumimoji="0" lang="en-US" sz="1200" kern="0" dirty="0">
                <a:solidFill>
                  <a:srgbClr val="001F5F"/>
                </a:solidFill>
                <a:latin typeface="Meiryo UI" panose="020B0604030504040204" pitchFamily="50" charset="-128"/>
                <a:ea typeface="Meiryo UI" panose="020B0604030504040204" pitchFamily="50" charset="-128"/>
              </a:rPr>
              <a:t>/</a:t>
            </a:r>
            <a:r>
              <a:rPr kumimoji="0" lang="ja-JP" altLang="en-US" sz="1200" kern="0" dirty="0">
                <a:solidFill>
                  <a:srgbClr val="001F5F"/>
                </a:solidFill>
                <a:latin typeface="Meiryo UI" panose="020B0604030504040204" pitchFamily="50" charset="-128"/>
                <a:ea typeface="Meiryo UI" panose="020B0604030504040204" pitchFamily="50" charset="-128"/>
              </a:rPr>
              <a:t>言語</a:t>
            </a:r>
            <a:r>
              <a:rPr kumimoji="0" lang="en-US" altLang="ja-JP" sz="1200" kern="0" dirty="0">
                <a:solidFill>
                  <a:srgbClr val="001F5F"/>
                </a:solidFill>
                <a:latin typeface="Meiryo UI" panose="020B0604030504040204" pitchFamily="50" charset="-128"/>
                <a:ea typeface="Meiryo UI" panose="020B0604030504040204" pitchFamily="50" charset="-128"/>
              </a:rPr>
              <a:t>/</a:t>
            </a:r>
            <a:r>
              <a:rPr kumimoji="0" lang="ja-JP" altLang="en-US" sz="1200" kern="0" dirty="0">
                <a:solidFill>
                  <a:srgbClr val="001F5F"/>
                </a:solidFill>
                <a:latin typeface="Meiryo UI" panose="020B0604030504040204" pitchFamily="50" charset="-128"/>
                <a:ea typeface="Meiryo UI" panose="020B0604030504040204" pitchFamily="50" charset="-128"/>
              </a:rPr>
              <a:t>テック</a:t>
            </a:r>
            <a:r>
              <a:rPr kumimoji="0" sz="1200" kern="0" dirty="0">
                <a:solidFill>
                  <a:srgbClr val="001F5F"/>
                </a:solidFill>
                <a:latin typeface="Meiryo UI" panose="020B0604030504040204" pitchFamily="50" charset="-128"/>
                <a:ea typeface="Meiryo UI" panose="020B0604030504040204" pitchFamily="50" charset="-128"/>
              </a:rPr>
              <a:t>：</a:t>
            </a:r>
            <a:endParaRPr kumimoji="0" lang="en-US" sz="1200" kern="0" dirty="0">
              <a:solidFill>
                <a:srgbClr val="001F5F"/>
              </a:solidFill>
              <a:latin typeface="Meiryo UI" panose="020B0604030504040204" pitchFamily="50" charset="-128"/>
              <a:ea typeface="Meiryo UI" panose="020B0604030504040204" pitchFamily="50" charset="-128"/>
            </a:endParaRPr>
          </a:p>
          <a:p>
            <a:pPr marL="756285" lvl="1" indent="-287020">
              <a:spcBef>
                <a:spcPts val="819"/>
              </a:spcBef>
              <a:buFont typeface="Wingdings"/>
              <a:buChar char=""/>
              <a:tabLst>
                <a:tab pos="299085" algn="l"/>
                <a:tab pos="299720" algn="l"/>
              </a:tabLst>
            </a:pPr>
            <a:r>
              <a:rPr kumimoji="0" lang="en-US" altLang="ja-JP" sz="1200" kern="0" dirty="0">
                <a:solidFill>
                  <a:srgbClr val="001F5F"/>
                </a:solidFill>
                <a:latin typeface="Meiryo UI" panose="020B0604030504040204" pitchFamily="50" charset="-128"/>
                <a:ea typeface="Meiryo UI" panose="020B0604030504040204" pitchFamily="50" charset="-128"/>
              </a:rPr>
              <a:t>Angular, ActiveReports, .NET C#, </a:t>
            </a:r>
            <a:r>
              <a:rPr kumimoji="0" lang="en-US" sz="1200" kern="0" dirty="0" err="1">
                <a:solidFill>
                  <a:srgbClr val="001F5F"/>
                </a:solidFill>
                <a:latin typeface="Meiryo UI" panose="020B0604030504040204" pitchFamily="50" charset="-128"/>
                <a:ea typeface="Meiryo UI" panose="020B0604030504040204" pitchFamily="50" charset="-128"/>
              </a:rPr>
              <a:t>signalR</a:t>
            </a:r>
            <a:r>
              <a:rPr kumimoji="0" lang="en-US" sz="1200" kern="0" dirty="0">
                <a:solidFill>
                  <a:srgbClr val="001F5F"/>
                </a:solidFill>
                <a:latin typeface="Meiryo UI" panose="020B0604030504040204" pitchFamily="50" charset="-128"/>
                <a:ea typeface="Meiryo UI" panose="020B0604030504040204" pitchFamily="50" charset="-128"/>
              </a:rPr>
              <a:t>/</a:t>
            </a:r>
            <a:r>
              <a:rPr kumimoji="0" lang="en-US" altLang="ja-JP" sz="1200" kern="0" dirty="0">
                <a:solidFill>
                  <a:srgbClr val="001F5F"/>
                </a:solidFill>
                <a:latin typeface="Meiryo UI" panose="020B0604030504040204" pitchFamily="50" charset="-128"/>
                <a:ea typeface="Meiryo UI" panose="020B0604030504040204" pitchFamily="50" charset="-128"/>
              </a:rPr>
              <a:t>WebSocket</a:t>
            </a:r>
          </a:p>
          <a:p>
            <a:pPr marL="756285" lvl="1" indent="-287020">
              <a:spcBef>
                <a:spcPts val="819"/>
              </a:spcBef>
              <a:buFont typeface="Wingdings"/>
              <a:buChar char=""/>
              <a:tabLst>
                <a:tab pos="299085" algn="l"/>
                <a:tab pos="299720" algn="l"/>
              </a:tabLst>
            </a:pPr>
            <a:r>
              <a:rPr kumimoji="0" lang="en-US" altLang="ja-JP" sz="1200" kern="0" dirty="0">
                <a:solidFill>
                  <a:srgbClr val="001F5F"/>
                </a:solidFill>
                <a:latin typeface="Meiryo UI" panose="020B0604030504040204" pitchFamily="50" charset="-128"/>
                <a:ea typeface="Meiryo UI" panose="020B0604030504040204" pitchFamily="50" charset="-128"/>
              </a:rPr>
              <a:t>Python: flask, sci-kit learn, </a:t>
            </a:r>
            <a:r>
              <a:rPr kumimoji="0" lang="en-US" altLang="ja-JP" sz="1200" kern="0" dirty="0" err="1">
                <a:solidFill>
                  <a:srgbClr val="001F5F"/>
                </a:solidFill>
                <a:latin typeface="Meiryo UI" panose="020B0604030504040204" pitchFamily="50" charset="-128"/>
                <a:ea typeface="Meiryo UI" panose="020B0604030504040204" pitchFamily="50" charset="-128"/>
              </a:rPr>
              <a:t>Tensorflow</a:t>
            </a:r>
            <a:r>
              <a:rPr kumimoji="0" lang="en-US" altLang="ja-JP" sz="1200" kern="0" dirty="0">
                <a:solidFill>
                  <a:srgbClr val="001F5F"/>
                </a:solidFill>
                <a:latin typeface="Meiryo UI" panose="020B0604030504040204" pitchFamily="50" charset="-128"/>
                <a:ea typeface="Meiryo UI" panose="020B0604030504040204" pitchFamily="50" charset="-128"/>
              </a:rPr>
              <a:t>/</a:t>
            </a:r>
            <a:r>
              <a:rPr kumimoji="0" lang="en-US" altLang="ja-JP" sz="1200" kern="0" dirty="0" err="1">
                <a:solidFill>
                  <a:srgbClr val="001F5F"/>
                </a:solidFill>
                <a:latin typeface="Meiryo UI" panose="020B0604030504040204" pitchFamily="50" charset="-128"/>
                <a:ea typeface="Meiryo UI" panose="020B0604030504040204" pitchFamily="50" charset="-128"/>
              </a:rPr>
              <a:t>Keras</a:t>
            </a:r>
            <a:endParaRPr kumimoji="0" lang="en-US" altLang="ja-JP" sz="1200" kern="0" dirty="0">
              <a:solidFill>
                <a:srgbClr val="001F5F"/>
              </a:solidFill>
              <a:latin typeface="Meiryo UI" panose="020B0604030504040204" pitchFamily="50" charset="-128"/>
              <a:ea typeface="Meiryo UI" panose="020B0604030504040204" pitchFamily="50" charset="-128"/>
            </a:endParaRPr>
          </a:p>
          <a:p>
            <a:pPr marL="756285" lvl="1" indent="-287020">
              <a:spcBef>
                <a:spcPts val="819"/>
              </a:spcBef>
              <a:buFont typeface="Wingdings"/>
              <a:buChar char=""/>
              <a:tabLst>
                <a:tab pos="299085" algn="l"/>
                <a:tab pos="299720" algn="l"/>
              </a:tabLst>
            </a:pPr>
            <a:r>
              <a:rPr kumimoji="0" lang="en-US" altLang="ja-JP" sz="1200" kern="0" dirty="0">
                <a:solidFill>
                  <a:srgbClr val="001F5F"/>
                </a:solidFill>
                <a:latin typeface="Meiryo UI" panose="020B0604030504040204" pitchFamily="50" charset="-128"/>
                <a:ea typeface="Meiryo UI" panose="020B0604030504040204" pitchFamily="50" charset="-128"/>
              </a:rPr>
              <a:t>C/C++</a:t>
            </a:r>
          </a:p>
          <a:p>
            <a:pPr marL="756285" lvl="1" indent="-287020">
              <a:spcBef>
                <a:spcPts val="819"/>
              </a:spcBef>
              <a:buFont typeface="Wingdings"/>
              <a:buChar char=""/>
              <a:tabLst>
                <a:tab pos="299085" algn="l"/>
                <a:tab pos="299720" algn="l"/>
              </a:tabLst>
            </a:pPr>
            <a:r>
              <a:rPr kumimoji="0" lang="en-US" altLang="ja-JP" sz="1200" kern="0" dirty="0" err="1">
                <a:solidFill>
                  <a:srgbClr val="001F5F"/>
                </a:solidFill>
                <a:latin typeface="Meiryo UI" panose="020B0604030504040204" pitchFamily="50" charset="-128"/>
                <a:ea typeface="Meiryo UI" panose="020B0604030504040204" pitchFamily="50" charset="-128"/>
              </a:rPr>
              <a:t>BigQuery</a:t>
            </a:r>
            <a:r>
              <a:rPr kumimoji="0" lang="en-US" altLang="ja-JP" sz="1200" kern="0" dirty="0">
                <a:solidFill>
                  <a:srgbClr val="001F5F"/>
                </a:solidFill>
                <a:latin typeface="Meiryo UI" panose="020B0604030504040204" pitchFamily="50" charset="-128"/>
                <a:ea typeface="Meiryo UI" panose="020B0604030504040204" pitchFamily="50" charset="-128"/>
              </a:rPr>
              <a:t>, GCP, AWS, Azure</a:t>
            </a:r>
          </a:p>
          <a:p>
            <a:pPr marL="756285" lvl="1" indent="-287020">
              <a:spcBef>
                <a:spcPts val="819"/>
              </a:spcBef>
              <a:buFont typeface="Wingdings"/>
              <a:buChar char=""/>
              <a:tabLst>
                <a:tab pos="299085" algn="l"/>
                <a:tab pos="299720" algn="l"/>
              </a:tabLst>
            </a:pPr>
            <a:endParaRPr kumimoji="0" lang="en-US" altLang="ja-JP" sz="1200" kern="0" dirty="0">
              <a:solidFill>
                <a:srgbClr val="001F5F"/>
              </a:solidFill>
              <a:latin typeface="Meiryo UI" panose="020B0604030504040204" pitchFamily="50" charset="-128"/>
              <a:ea typeface="Meiryo UI" panose="020B0604030504040204" pitchFamily="50" charset="-128"/>
            </a:endParaRPr>
          </a:p>
          <a:p>
            <a:pPr marL="299085" indent="-287020">
              <a:spcBef>
                <a:spcPts val="819"/>
              </a:spcBef>
              <a:buFont typeface="Wingdings"/>
              <a:buChar char=""/>
              <a:tabLst>
                <a:tab pos="299085" algn="l"/>
                <a:tab pos="299720" algn="l"/>
              </a:tabLst>
            </a:pPr>
            <a:r>
              <a:rPr kumimoji="0" sz="1200" kern="0" dirty="0">
                <a:solidFill>
                  <a:srgbClr val="001F5F"/>
                </a:solidFill>
                <a:latin typeface="Meiryo UI" panose="020B0604030504040204" pitchFamily="50" charset="-128"/>
                <a:ea typeface="Meiryo UI" panose="020B0604030504040204" pitchFamily="50" charset="-128"/>
              </a:rPr>
              <a:t>DB:</a:t>
            </a:r>
            <a:r>
              <a:rPr kumimoji="0" lang="en-US" sz="1200" kern="0" dirty="0">
                <a:solidFill>
                  <a:srgbClr val="001F5F"/>
                </a:solidFill>
                <a:latin typeface="Meiryo UI" panose="020B0604030504040204" pitchFamily="50" charset="-128"/>
                <a:ea typeface="Meiryo UI" panose="020B0604030504040204" pitchFamily="50" charset="-128"/>
              </a:rPr>
              <a:t> </a:t>
            </a:r>
            <a:r>
              <a:rPr kumimoji="0" sz="1200" kern="0" dirty="0">
                <a:solidFill>
                  <a:srgbClr val="001F5F"/>
                </a:solidFill>
                <a:latin typeface="Meiryo UI" panose="020B0604030504040204" pitchFamily="50" charset="-128"/>
                <a:ea typeface="Meiryo UI" panose="020B0604030504040204" pitchFamily="50" charset="-128"/>
              </a:rPr>
              <a:t>PostgreSQL、</a:t>
            </a:r>
            <a:r>
              <a:rPr kumimoji="0" lang="en-US" sz="1200" kern="0" dirty="0">
                <a:solidFill>
                  <a:srgbClr val="001F5F"/>
                </a:solidFill>
                <a:latin typeface="Meiryo UI" panose="020B0604030504040204" pitchFamily="50" charset="-128"/>
                <a:ea typeface="Meiryo UI" panose="020B0604030504040204" pitchFamily="50" charset="-128"/>
              </a:rPr>
              <a:t> SQL Server, </a:t>
            </a:r>
            <a:r>
              <a:rPr kumimoji="0" lang="en-US" sz="1200" kern="0" dirty="0" err="1">
                <a:solidFill>
                  <a:srgbClr val="001F5F"/>
                </a:solidFill>
                <a:latin typeface="Meiryo UI" panose="020B0604030504040204" pitchFamily="50" charset="-128"/>
                <a:ea typeface="Meiryo UI" panose="020B0604030504040204" pitchFamily="50" charset="-128"/>
              </a:rPr>
              <a:t>DynamoDb</a:t>
            </a:r>
            <a:r>
              <a:rPr kumimoji="0" lang="en-US" sz="1200" kern="0" dirty="0">
                <a:solidFill>
                  <a:srgbClr val="001F5F"/>
                </a:solidFill>
                <a:latin typeface="Meiryo UI" panose="020B0604030504040204" pitchFamily="50" charset="-128"/>
                <a:ea typeface="Meiryo UI" panose="020B0604030504040204" pitchFamily="50" charset="-128"/>
              </a:rPr>
              <a:t>, </a:t>
            </a:r>
            <a:r>
              <a:rPr kumimoji="0" lang="en-US" sz="1200" kern="0" dirty="0" err="1">
                <a:solidFill>
                  <a:srgbClr val="001F5F"/>
                </a:solidFill>
                <a:latin typeface="Meiryo UI" panose="020B0604030504040204" pitchFamily="50" charset="-128"/>
                <a:ea typeface="Meiryo UI" panose="020B0604030504040204" pitchFamily="50" charset="-128"/>
              </a:rPr>
              <a:t>Sqlite</a:t>
            </a:r>
            <a:endParaRPr kumimoji="0" lang="ja-JP" altLang="en-US" sz="1200" kern="0" dirty="0">
              <a:solidFill>
                <a:srgbClr val="001F5F"/>
              </a:solidFill>
              <a:latin typeface="Meiryo UI" panose="020B0604030504040204" pitchFamily="50" charset="-128"/>
              <a:ea typeface="Meiryo UI" panose="020B0604030504040204" pitchFamily="50" charset="-128"/>
            </a:endParaRPr>
          </a:p>
          <a:p>
            <a:pPr marL="328295" indent="-287020">
              <a:lnSpc>
                <a:spcPct val="100000"/>
              </a:lnSpc>
              <a:spcBef>
                <a:spcPts val="1220"/>
              </a:spcBef>
              <a:buFont typeface="Wingdings"/>
              <a:buChar char=""/>
              <a:tabLst>
                <a:tab pos="328295" algn="l"/>
                <a:tab pos="328930" algn="l"/>
              </a:tabLst>
            </a:pPr>
            <a:r>
              <a:rPr kumimoji="0" lang="ja-JP" altLang="en-US" sz="1200" kern="0" dirty="0">
                <a:solidFill>
                  <a:srgbClr val="001F5F"/>
                </a:solidFill>
                <a:highlight>
                  <a:srgbClr val="FFFF00"/>
                </a:highlight>
                <a:latin typeface="Meiryo UI" panose="020B0604030504040204" pitchFamily="50" charset="-128"/>
                <a:ea typeface="Meiryo UI" panose="020B0604030504040204" pitchFamily="50" charset="-128"/>
              </a:rPr>
              <a:t>参加可能期間：後</a:t>
            </a:r>
            <a:r>
              <a:rPr kumimoji="0" lang="en-US" altLang="ja-JP" sz="1200" kern="0" dirty="0">
                <a:solidFill>
                  <a:srgbClr val="001F5F"/>
                </a:solidFill>
                <a:highlight>
                  <a:srgbClr val="FFFF00"/>
                </a:highlight>
                <a:latin typeface="Meiryo UI" panose="020B0604030504040204" pitchFamily="50" charset="-128"/>
                <a:ea typeface="Meiryo UI" panose="020B0604030504040204" pitchFamily="50" charset="-128"/>
              </a:rPr>
              <a:t>1</a:t>
            </a:r>
            <a:r>
              <a:rPr kumimoji="0" lang="ja-JP" altLang="en-US" sz="1200" kern="0" dirty="0">
                <a:solidFill>
                  <a:srgbClr val="001F5F"/>
                </a:solidFill>
                <a:highlight>
                  <a:srgbClr val="FFFF00"/>
                </a:highlight>
                <a:latin typeface="Meiryo UI" panose="020B0604030504040204" pitchFamily="50" charset="-128"/>
                <a:ea typeface="Meiryo UI" panose="020B0604030504040204" pitchFamily="50" charset="-128"/>
              </a:rPr>
              <a:t>ヶ月</a:t>
            </a:r>
            <a:r>
              <a:rPr kumimoji="0" lang="en-US" altLang="ja-JP" sz="1200" kern="0" dirty="0">
                <a:solidFill>
                  <a:srgbClr val="001F5F"/>
                </a:solidFill>
                <a:highlight>
                  <a:srgbClr val="FFFF00"/>
                </a:highlight>
                <a:latin typeface="Meiryo UI" panose="020B0604030504040204" pitchFamily="50" charset="-128"/>
                <a:ea typeface="Meiryo UI" panose="020B0604030504040204" pitchFamily="50" charset="-128"/>
              </a:rPr>
              <a:t>〜</a:t>
            </a:r>
            <a:endParaRPr kumimoji="0" lang="ja-JP" altLang="en-US" sz="1200" kern="0" dirty="0">
              <a:solidFill>
                <a:srgbClr val="001F5F"/>
              </a:solidFill>
              <a:highlight>
                <a:srgbClr val="FFFF00"/>
              </a:highlight>
              <a:latin typeface="Meiryo UI" panose="020B0604030504040204" pitchFamily="50" charset="-128"/>
              <a:ea typeface="Meiryo UI" panose="020B0604030504040204" pitchFamily="50" charset="-128"/>
            </a:endParaRPr>
          </a:p>
        </p:txBody>
      </p:sp>
      <p:pic>
        <p:nvPicPr>
          <p:cNvPr id="12" name="Picture 11">
            <a:extLst>
              <a:ext uri="{FF2B5EF4-FFF2-40B4-BE49-F238E27FC236}">
                <a16:creationId xmlns:a16="http://schemas.microsoft.com/office/drawing/2014/main" id="{38896116-7A82-DF89-75C8-53A7C7E7572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439400" y="1026857"/>
            <a:ext cx="1659750" cy="1980052"/>
          </a:xfrm>
          <a:prstGeom prst="rect">
            <a:avLst/>
          </a:prstGeom>
        </p:spPr>
      </p:pic>
      <p:sp>
        <p:nvSpPr>
          <p:cNvPr id="10" name="TextBox 9">
            <a:extLst>
              <a:ext uri="{FF2B5EF4-FFF2-40B4-BE49-F238E27FC236}">
                <a16:creationId xmlns:a16="http://schemas.microsoft.com/office/drawing/2014/main" id="{879FC6BE-DD95-9B82-B8B0-ADDB2B4B2959}"/>
              </a:ext>
            </a:extLst>
          </p:cNvPr>
          <p:cNvSpPr txBox="1"/>
          <p:nvPr/>
        </p:nvSpPr>
        <p:spPr>
          <a:xfrm>
            <a:off x="4495801" y="3881458"/>
            <a:ext cx="7700324" cy="2554545"/>
          </a:xfrm>
          <a:prstGeom prst="rect">
            <a:avLst/>
          </a:prstGeom>
          <a:noFill/>
        </p:spPr>
        <p:txBody>
          <a:bodyPr wrap="square">
            <a:spAutoFit/>
          </a:bodyPr>
          <a:lstStyle/>
          <a:p>
            <a:r>
              <a:rPr lang="en-GB" sz="1600" spc="-40" dirty="0" err="1">
                <a:solidFill>
                  <a:srgbClr val="001F5F"/>
                </a:solidFill>
                <a:latin typeface="Meiryo UI" panose="020B0604030504040204" pitchFamily="50" charset="-128"/>
                <a:ea typeface="Meiryo UI" panose="020B0604030504040204" pitchFamily="50" charset="-128"/>
              </a:rPr>
              <a:t>私は「不可能はない」と信じています</a:t>
            </a:r>
            <a:r>
              <a:rPr lang="en-GB" sz="1600" spc="-40" dirty="0">
                <a:solidFill>
                  <a:srgbClr val="001F5F"/>
                </a:solidFill>
                <a:latin typeface="Meiryo UI" panose="020B0604030504040204" pitchFamily="50" charset="-128"/>
                <a:ea typeface="Meiryo UI" panose="020B0604030504040204" pitchFamily="50" charset="-128"/>
              </a:rPr>
              <a:t>。</a:t>
            </a:r>
          </a:p>
          <a:p>
            <a:r>
              <a:rPr lang="en-GB" sz="1600" spc="-40" dirty="0" err="1">
                <a:solidFill>
                  <a:srgbClr val="001F5F"/>
                </a:solidFill>
                <a:latin typeface="Meiryo UI" panose="020B0604030504040204" pitchFamily="50" charset="-128"/>
                <a:ea typeface="Meiryo UI" panose="020B0604030504040204" pitchFamily="50" charset="-128"/>
              </a:rPr>
              <a:t>課題を深く理解し、最適な解決策を導き出すために努力を惜しみません</a:t>
            </a:r>
            <a:r>
              <a:rPr lang="en-GB" sz="1600" spc="-40" dirty="0">
                <a:solidFill>
                  <a:srgbClr val="001F5F"/>
                </a:solidFill>
                <a:latin typeface="Meiryo UI" panose="020B0604030504040204" pitchFamily="50" charset="-128"/>
                <a:ea typeface="Meiryo UI" panose="020B0604030504040204" pitchFamily="50" charset="-128"/>
              </a:rPr>
              <a:t>。</a:t>
            </a:r>
          </a:p>
          <a:p>
            <a:endParaRPr lang="en-GB" sz="1600" spc="-40" dirty="0">
              <a:solidFill>
                <a:srgbClr val="001F5F"/>
              </a:solidFill>
              <a:latin typeface="Meiryo UI" panose="020B0604030504040204" pitchFamily="50" charset="-128"/>
              <a:ea typeface="Meiryo UI" panose="020B0604030504040204" pitchFamily="50" charset="-128"/>
            </a:endParaRPr>
          </a:p>
          <a:p>
            <a:r>
              <a:rPr lang="en-GB" sz="1600" spc="-40" dirty="0" err="1">
                <a:solidFill>
                  <a:srgbClr val="001F5F"/>
                </a:solidFill>
                <a:latin typeface="Meiryo UI" panose="020B0604030504040204" pitchFamily="50" charset="-128"/>
                <a:ea typeface="Meiryo UI" panose="020B0604030504040204" pitchFamily="50" charset="-128"/>
              </a:rPr>
              <a:t>エンタープライズ向けシステムにおける幅広い経験を活かし、高品質な成果物を提供してきました</a:t>
            </a:r>
            <a:r>
              <a:rPr lang="en-GB" sz="1600" spc="-40" dirty="0">
                <a:solidFill>
                  <a:srgbClr val="001F5F"/>
                </a:solidFill>
                <a:latin typeface="Meiryo UI" panose="020B0604030504040204" pitchFamily="50" charset="-128"/>
                <a:ea typeface="Meiryo UI" panose="020B0604030504040204" pitchFamily="50" charset="-128"/>
              </a:rPr>
              <a:t>。</a:t>
            </a:r>
          </a:p>
          <a:p>
            <a:r>
              <a:rPr lang="en-GB" sz="1600" spc="-40" dirty="0" err="1">
                <a:solidFill>
                  <a:srgbClr val="001F5F"/>
                </a:solidFill>
                <a:latin typeface="Meiryo UI" panose="020B0604030504040204" pitchFamily="50" charset="-128"/>
                <a:ea typeface="Meiryo UI" panose="020B0604030504040204" pitchFamily="50" charset="-128"/>
              </a:rPr>
              <a:t>議論や開発においてはAIを積極的に活用しています</a:t>
            </a:r>
            <a:r>
              <a:rPr lang="en-GB" sz="1600" spc="-40" dirty="0">
                <a:solidFill>
                  <a:srgbClr val="001F5F"/>
                </a:solidFill>
                <a:latin typeface="Meiryo UI" panose="020B0604030504040204" pitchFamily="50" charset="-128"/>
                <a:ea typeface="Meiryo UI" panose="020B0604030504040204" pitchFamily="50" charset="-128"/>
              </a:rPr>
              <a:t>。</a:t>
            </a:r>
          </a:p>
          <a:p>
            <a:r>
              <a:rPr lang="en-GB" sz="1600" spc="-40" dirty="0" err="1">
                <a:solidFill>
                  <a:srgbClr val="001F5F"/>
                </a:solidFill>
                <a:latin typeface="Meiryo UI" panose="020B0604030504040204" pitchFamily="50" charset="-128"/>
                <a:ea typeface="Meiryo UI" panose="020B0604030504040204" pitchFamily="50" charset="-128"/>
              </a:rPr>
              <a:t>要件整理から移行・デプロイメントまで、システム開発の全工程に携わった経験があります</a:t>
            </a:r>
            <a:r>
              <a:rPr lang="en-GB" sz="1600" spc="-40" dirty="0">
                <a:solidFill>
                  <a:srgbClr val="001F5F"/>
                </a:solidFill>
                <a:latin typeface="Meiryo UI" panose="020B0604030504040204" pitchFamily="50" charset="-128"/>
                <a:ea typeface="Meiryo UI" panose="020B0604030504040204" pitchFamily="50" charset="-128"/>
              </a:rPr>
              <a:t>。</a:t>
            </a:r>
          </a:p>
          <a:p>
            <a:endParaRPr lang="en-GB" sz="1600" spc="-40" dirty="0">
              <a:solidFill>
                <a:srgbClr val="001F5F"/>
              </a:solidFill>
              <a:latin typeface="Meiryo UI" panose="020B0604030504040204" pitchFamily="50" charset="-128"/>
              <a:ea typeface="Meiryo UI" panose="020B0604030504040204" pitchFamily="50" charset="-128"/>
            </a:endParaRPr>
          </a:p>
          <a:p>
            <a:r>
              <a:rPr lang="en-GB" sz="1600" spc="-40" dirty="0">
                <a:solidFill>
                  <a:srgbClr val="001F5F"/>
                </a:solidFill>
                <a:latin typeface="Meiryo UI" panose="020B0604030504040204" pitchFamily="50" charset="-128"/>
                <a:ea typeface="Meiryo UI" panose="020B0604030504040204" pitchFamily="50" charset="-128"/>
              </a:rPr>
              <a:t>AIによって「何でも簡単に作れる」時代だからこそ、私はお客様の課題を高品質なソリューションへつなぐ役割こそが最も重要だと考えています。迅速な反復サイクルを回しながら構築していくことが最も効率的なアプローチであると信じています。</a:t>
            </a:r>
          </a:p>
        </p:txBody>
      </p:sp>
      <p:sp>
        <p:nvSpPr>
          <p:cNvPr id="13" name="object 7">
            <a:extLst>
              <a:ext uri="{FF2B5EF4-FFF2-40B4-BE49-F238E27FC236}">
                <a16:creationId xmlns:a16="http://schemas.microsoft.com/office/drawing/2014/main" id="{041FD71F-5EFF-44E1-F303-2F59BB528D8F}"/>
              </a:ext>
            </a:extLst>
          </p:cNvPr>
          <p:cNvSpPr txBox="1">
            <a:spLocks/>
          </p:cNvSpPr>
          <p:nvPr/>
        </p:nvSpPr>
        <p:spPr>
          <a:xfrm>
            <a:off x="533400" y="456182"/>
            <a:ext cx="8231328" cy="382156"/>
          </a:xfrm>
          <a:prstGeom prst="rect">
            <a:avLst/>
          </a:prstGeom>
        </p:spPr>
        <p:txBody>
          <a:bodyPr vert="horz" wrap="square" lIns="0" tIns="12700" rIns="0" bIns="0" rtlCol="0">
            <a:spAutoFit/>
          </a:bodyPr>
          <a:lstStyle>
            <a:lvl1pPr>
              <a:defRPr sz="2400" b="1" i="0">
                <a:solidFill>
                  <a:srgbClr val="001F5F"/>
                </a:solidFill>
                <a:latin typeface="Microsoft YaHei UI"/>
                <a:ea typeface="+mj-ea"/>
                <a:cs typeface="Microsoft YaHei UI"/>
              </a:defRPr>
            </a:lvl1pPr>
          </a:lstStyle>
          <a:p>
            <a:pPr marL="12700">
              <a:spcBef>
                <a:spcPts val="100"/>
              </a:spcBef>
            </a:pPr>
            <a:r>
              <a:rPr kumimoji="0" lang="ja-JP" altLang="en-US" kern="0" spc="280" dirty="0">
                <a:latin typeface="Meiryo UI" panose="020B0604030504040204" pitchFamily="34" charset="-128"/>
                <a:ea typeface="Meiryo UI" panose="020B0604030504040204" pitchFamily="34" charset="-128"/>
              </a:rPr>
              <a:t>イギリスのマンチェスター大学・コンピューターサイエンス</a:t>
            </a:r>
            <a:endParaRPr kumimoji="0" lang="ja-JP" altLang="en-US" kern="0" spc="24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7BB28-A00D-A491-4699-FA8D4F774590}"/>
              </a:ext>
            </a:extLst>
          </p:cNvPr>
          <p:cNvSpPr>
            <a:spLocks noGrp="1"/>
          </p:cNvSpPr>
          <p:nvPr>
            <p:ph type="title"/>
          </p:nvPr>
        </p:nvSpPr>
        <p:spPr>
          <a:xfrm>
            <a:off x="607872" y="412241"/>
            <a:ext cx="10976254" cy="369332"/>
          </a:xfrm>
        </p:spPr>
        <p:txBody>
          <a:bodyPr/>
          <a:lstStyle/>
          <a:p>
            <a:r>
              <a:rPr lang="en-US" altLang="ja-JP" dirty="0"/>
              <a:t>Tailored /other</a:t>
            </a:r>
            <a:endParaRPr lang="en-GB" dirty="0"/>
          </a:p>
        </p:txBody>
      </p:sp>
      <p:sp>
        <p:nvSpPr>
          <p:cNvPr id="3" name="Text Placeholder 2">
            <a:extLst>
              <a:ext uri="{FF2B5EF4-FFF2-40B4-BE49-F238E27FC236}">
                <a16:creationId xmlns:a16="http://schemas.microsoft.com/office/drawing/2014/main" id="{D5A5E3FD-776C-3017-1838-D67313241AB7}"/>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1029955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A5AA3-B5EF-D11A-AF6E-0A9AEECB56F3}"/>
              </a:ext>
            </a:extLst>
          </p:cNvPr>
          <p:cNvSpPr>
            <a:spLocks noGrp="1"/>
          </p:cNvSpPr>
          <p:nvPr>
            <p:ph type="title"/>
          </p:nvPr>
        </p:nvSpPr>
        <p:spPr>
          <a:xfrm>
            <a:off x="607872" y="412241"/>
            <a:ext cx="10976254" cy="369332"/>
          </a:xfrm>
        </p:spPr>
        <p:txBody>
          <a:bodyPr/>
          <a:lstStyle/>
          <a:p>
            <a:r>
              <a:rPr kumimoji="1" lang="en-US" altLang="ja-JP" dirty="0"/>
              <a:t>Experience as a Global Tech Lead</a:t>
            </a:r>
            <a:endParaRPr kumimoji="1" lang="ja-JP" altLang="en-US" dirty="0"/>
          </a:p>
        </p:txBody>
      </p:sp>
      <p:sp>
        <p:nvSpPr>
          <p:cNvPr id="3" name="Text Placeholder 2">
            <a:extLst>
              <a:ext uri="{FF2B5EF4-FFF2-40B4-BE49-F238E27FC236}">
                <a16:creationId xmlns:a16="http://schemas.microsoft.com/office/drawing/2014/main" id="{B8CE61F7-7E71-A054-84BB-08AC97C2563B}"/>
              </a:ext>
            </a:extLst>
          </p:cNvPr>
          <p:cNvSpPr>
            <a:spLocks noGrp="1"/>
          </p:cNvSpPr>
          <p:nvPr>
            <p:ph type="body" idx="1"/>
          </p:nvPr>
        </p:nvSpPr>
        <p:spPr>
          <a:xfrm>
            <a:off x="424686" y="1295400"/>
            <a:ext cx="11005314" cy="4943020"/>
          </a:xfrm>
        </p:spPr>
        <p:txBody>
          <a:bodyPr/>
          <a:lstStyle/>
          <a:p>
            <a:pPr algn="l">
              <a:lnSpc>
                <a:spcPct val="150000"/>
              </a:lnSpc>
              <a:buFont typeface="Arial" panose="020B0604020202020204" pitchFamily="34" charset="0"/>
              <a:buChar char="•"/>
            </a:pPr>
            <a:r>
              <a:rPr lang="en-US" altLang="ja-JP" sz="1800" b="0" i="0" dirty="0">
                <a:solidFill>
                  <a:schemeClr val="tx2"/>
                </a:solidFill>
                <a:effectLst/>
                <a:latin typeface="-apple-system"/>
              </a:rPr>
              <a:t>I have successfully led and delivered a large-scale healthcare project with a focus on stability by implementing a Test Driven Development process for the teams.</a:t>
            </a:r>
          </a:p>
          <a:p>
            <a:pPr algn="l">
              <a:lnSpc>
                <a:spcPct val="150000"/>
              </a:lnSpc>
              <a:buFont typeface="Arial" panose="020B0604020202020204" pitchFamily="34" charset="0"/>
              <a:buChar char="•"/>
            </a:pPr>
            <a:r>
              <a:rPr lang="en-US" altLang="ja-JP" sz="1800" dirty="0">
                <a:solidFill>
                  <a:schemeClr val="tx2"/>
                </a:solidFill>
                <a:latin typeface="-apple-system"/>
              </a:rPr>
              <a:t>I introduce a deployment pipeline to ensure the quality of the product was kept to a high standard.</a:t>
            </a:r>
            <a:endParaRPr lang="en-US" altLang="ja-JP" sz="1800" b="0" i="0" dirty="0">
              <a:solidFill>
                <a:schemeClr val="tx2"/>
              </a:solidFill>
              <a:effectLst/>
              <a:latin typeface="-apple-system"/>
            </a:endParaRPr>
          </a:p>
          <a:p>
            <a:pPr algn="l">
              <a:lnSpc>
                <a:spcPct val="150000"/>
              </a:lnSpc>
              <a:buFont typeface="Arial" panose="020B0604020202020204" pitchFamily="34" charset="0"/>
              <a:buChar char="•"/>
            </a:pPr>
            <a:r>
              <a:rPr lang="en-US" altLang="ja-JP" sz="1800" b="0" i="0" dirty="0">
                <a:solidFill>
                  <a:schemeClr val="tx2"/>
                </a:solidFill>
                <a:effectLst/>
                <a:latin typeface="-apple-system"/>
              </a:rPr>
              <a:t>I managed communication across 3 different regions in 2 languages with the goal of unifying the understanding between teams in order to reach suitable solutions that delivered the most business value to all stakeholders involved.</a:t>
            </a:r>
          </a:p>
          <a:p>
            <a:pPr algn="l">
              <a:lnSpc>
                <a:spcPct val="150000"/>
              </a:lnSpc>
              <a:buFont typeface="Arial" panose="020B0604020202020204" pitchFamily="34" charset="0"/>
              <a:buChar char="•"/>
            </a:pPr>
            <a:r>
              <a:rPr lang="en-US" altLang="ja-JP" sz="1800" dirty="0">
                <a:solidFill>
                  <a:schemeClr val="tx2"/>
                </a:solidFill>
                <a:latin typeface="-apple-system"/>
              </a:rPr>
              <a:t>I worked directly on the frontend to implement stronger model types to help avoid development pitfalls.</a:t>
            </a:r>
          </a:p>
          <a:p>
            <a:pPr algn="l">
              <a:lnSpc>
                <a:spcPct val="150000"/>
              </a:lnSpc>
              <a:buFont typeface="Arial" panose="020B0604020202020204" pitchFamily="34" charset="0"/>
              <a:buChar char="•"/>
            </a:pPr>
            <a:r>
              <a:rPr lang="en-US" altLang="ja-JP" sz="1800" b="0" i="0" dirty="0">
                <a:solidFill>
                  <a:schemeClr val="tx2"/>
                </a:solidFill>
                <a:effectLst/>
                <a:latin typeface="-apple-system"/>
              </a:rPr>
              <a:t>I worked directly on the backend to implement </a:t>
            </a:r>
            <a:r>
              <a:rPr lang="en-US" altLang="ja-JP" sz="1800" dirty="0">
                <a:solidFill>
                  <a:schemeClr val="tx2"/>
                </a:solidFill>
                <a:latin typeface="-apple-system"/>
              </a:rPr>
              <a:t>a background jobs </a:t>
            </a:r>
            <a:r>
              <a:rPr lang="en-US" altLang="ja-JP" sz="1800" b="0" i="0" dirty="0">
                <a:solidFill>
                  <a:schemeClr val="tx2"/>
                </a:solidFill>
                <a:effectLst/>
                <a:latin typeface="-apple-system"/>
              </a:rPr>
              <a:t>framework </a:t>
            </a:r>
            <a:r>
              <a:rPr lang="en-US" altLang="ja-JP" sz="1800" dirty="0">
                <a:solidFill>
                  <a:schemeClr val="tx2"/>
                </a:solidFill>
                <a:latin typeface="-apple-system"/>
              </a:rPr>
              <a:t>that would solve some of the most critical problems with the system performance.</a:t>
            </a:r>
          </a:p>
          <a:p>
            <a:pPr algn="l">
              <a:lnSpc>
                <a:spcPct val="150000"/>
              </a:lnSpc>
              <a:buFont typeface="Arial" panose="020B0604020202020204" pitchFamily="34" charset="0"/>
              <a:buChar char="•"/>
            </a:pPr>
            <a:r>
              <a:rPr lang="en-US" altLang="ja-JP" sz="1800" b="0" i="0" dirty="0">
                <a:solidFill>
                  <a:schemeClr val="tx2"/>
                </a:solidFill>
                <a:effectLst/>
                <a:latin typeface="-apple-system"/>
              </a:rPr>
              <a:t>I worked to educate </a:t>
            </a:r>
            <a:r>
              <a:rPr lang="en-US" altLang="ja-JP" sz="1800" dirty="0">
                <a:solidFill>
                  <a:schemeClr val="tx2"/>
                </a:solidFill>
                <a:latin typeface="-apple-system"/>
              </a:rPr>
              <a:t>developers personally on issues I identified in their work. I made presentations and educational documents tailored to my team.</a:t>
            </a:r>
            <a:endParaRPr lang="en-US" altLang="ja-JP" sz="1800" b="0" i="0" dirty="0">
              <a:solidFill>
                <a:schemeClr val="tx2"/>
              </a:solidFill>
              <a:effectLst/>
              <a:latin typeface="-apple-system"/>
            </a:endParaRPr>
          </a:p>
          <a:p>
            <a:pPr algn="l">
              <a:lnSpc>
                <a:spcPct val="150000"/>
              </a:lnSpc>
              <a:buFont typeface="Arial" panose="020B0604020202020204" pitchFamily="34" charset="0"/>
              <a:buChar char="•"/>
            </a:pPr>
            <a:r>
              <a:rPr lang="en-US" altLang="ja-JP" sz="1800" b="0" i="0" dirty="0">
                <a:solidFill>
                  <a:schemeClr val="tx2"/>
                </a:solidFill>
                <a:effectLst/>
                <a:latin typeface="-apple-system"/>
              </a:rPr>
              <a:t>I work hard to resolve the difficult problems. I am confident that my experience and skills will ensure a product of high quality is deployed - on time and making efficient use of budget.</a:t>
            </a:r>
          </a:p>
        </p:txBody>
      </p:sp>
    </p:spTree>
    <p:extLst>
      <p:ext uri="{BB962C8B-B14F-4D97-AF65-F5344CB8AC3E}">
        <p14:creationId xmlns:p14="http://schemas.microsoft.com/office/powerpoint/2010/main" val="4117799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CD24F-6583-2DFE-3039-714B9956E1DA}"/>
              </a:ext>
            </a:extLst>
          </p:cNvPr>
          <p:cNvSpPr>
            <a:spLocks noGrp="1"/>
          </p:cNvSpPr>
          <p:nvPr>
            <p:ph type="title"/>
          </p:nvPr>
        </p:nvSpPr>
        <p:spPr>
          <a:xfrm>
            <a:off x="607872" y="412241"/>
            <a:ext cx="10976254" cy="369332"/>
          </a:xfrm>
        </p:spPr>
        <p:txBody>
          <a:bodyPr/>
          <a:lstStyle/>
          <a:p>
            <a:r>
              <a:rPr lang="ja-JP" altLang="en-US" dirty="0"/>
              <a:t>デザイン改善</a:t>
            </a:r>
            <a:endParaRPr lang="en-GB" dirty="0"/>
          </a:p>
        </p:txBody>
      </p:sp>
      <p:sp>
        <p:nvSpPr>
          <p:cNvPr id="3" name="Text Placeholder 2">
            <a:extLst>
              <a:ext uri="{FF2B5EF4-FFF2-40B4-BE49-F238E27FC236}">
                <a16:creationId xmlns:a16="http://schemas.microsoft.com/office/drawing/2014/main" id="{364F5250-378A-A67F-A28E-978699E715FC}"/>
              </a:ext>
            </a:extLst>
          </p:cNvPr>
          <p:cNvSpPr>
            <a:spLocks noGrp="1"/>
          </p:cNvSpPr>
          <p:nvPr>
            <p:ph type="body" idx="1"/>
          </p:nvPr>
        </p:nvSpPr>
        <p:spPr>
          <a:xfrm>
            <a:off x="335280" y="1044142"/>
            <a:ext cx="8001000" cy="923330"/>
          </a:xfrm>
        </p:spPr>
        <p:txBody>
          <a:bodyPr/>
          <a:lstStyle/>
          <a:p>
            <a:r>
              <a:rPr lang="ja-JP" altLang="en-US" sz="2000" dirty="0"/>
              <a:t>デザイン更新のプロジェクトでは、システムの機能を理解する上に</a:t>
            </a:r>
            <a:r>
              <a:rPr lang="en-US" altLang="ja-JP" sz="2000" dirty="0"/>
              <a:t>Figma</a:t>
            </a:r>
            <a:r>
              <a:rPr lang="ja-JP" altLang="en-US" sz="2000" dirty="0"/>
              <a:t>でモックアップを作成することができます。</a:t>
            </a:r>
            <a:endParaRPr lang="en-GB" sz="2000" dirty="0"/>
          </a:p>
        </p:txBody>
      </p:sp>
      <p:sp>
        <p:nvSpPr>
          <p:cNvPr id="7" name="TextBox 6">
            <a:extLst>
              <a:ext uri="{FF2B5EF4-FFF2-40B4-BE49-F238E27FC236}">
                <a16:creationId xmlns:a16="http://schemas.microsoft.com/office/drawing/2014/main" id="{6B60B731-1231-8583-9848-01EA0D33B394}"/>
              </a:ext>
            </a:extLst>
          </p:cNvPr>
          <p:cNvSpPr txBox="1"/>
          <p:nvPr/>
        </p:nvSpPr>
        <p:spPr>
          <a:xfrm>
            <a:off x="3277161" y="1857051"/>
            <a:ext cx="6094878" cy="1200329"/>
          </a:xfrm>
          <a:prstGeom prst="rect">
            <a:avLst/>
          </a:prstGeom>
        </p:spPr>
        <p:txBody>
          <a:bodyPr wrap="square">
            <a:spAutoFit/>
          </a:bodyPr>
          <a:lstStyle/>
          <a:p>
            <a:pPr marL="228600" indent="-228600">
              <a:buFont typeface="+mj-lt"/>
              <a:buAutoNum type="arabicPeriod"/>
            </a:pPr>
            <a:r>
              <a:rPr lang="ja-JP" altLang="en-US" sz="1200" b="1" dirty="0">
                <a:solidFill>
                  <a:srgbClr val="001F5F"/>
                </a:solidFill>
                <a:latin typeface="Microsoft YaHei UI"/>
              </a:rPr>
              <a:t>スケージュールとスコープ</a:t>
            </a:r>
            <a:r>
              <a:rPr lang="ja-JP" altLang="en-US" sz="1200" dirty="0">
                <a:solidFill>
                  <a:srgbClr val="001F5F"/>
                </a:solidFill>
                <a:latin typeface="Microsoft YaHei UI"/>
              </a:rPr>
              <a:t>を管理するために</a:t>
            </a:r>
            <a:r>
              <a:rPr lang="en-US" altLang="ja-JP" sz="1200" dirty="0">
                <a:solidFill>
                  <a:srgbClr val="001F5F"/>
                </a:solidFill>
                <a:latin typeface="Microsoft YaHei UI"/>
              </a:rPr>
              <a:t>Excel</a:t>
            </a:r>
            <a:r>
              <a:rPr lang="ja-JP" altLang="en-US" sz="1200" dirty="0">
                <a:solidFill>
                  <a:srgbClr val="001F5F"/>
                </a:solidFill>
                <a:latin typeface="Microsoft YaHei UI"/>
              </a:rPr>
              <a:t>ベースで対応しました。</a:t>
            </a:r>
            <a:endParaRPr lang="en-GB" altLang="ja-JP" sz="1200" dirty="0">
              <a:solidFill>
                <a:srgbClr val="001F5F"/>
              </a:solidFill>
              <a:latin typeface="Microsoft YaHei UI"/>
            </a:endParaRPr>
          </a:p>
          <a:p>
            <a:pPr marL="228600" indent="-228600">
              <a:buFont typeface="+mj-lt"/>
              <a:buAutoNum type="arabicPeriod"/>
            </a:pPr>
            <a:r>
              <a:rPr lang="ja-JP" altLang="en-US" sz="1200" dirty="0">
                <a:solidFill>
                  <a:srgbClr val="001F5F"/>
                </a:solidFill>
                <a:latin typeface="Microsoft YaHei UI"/>
              </a:rPr>
              <a:t>改善点は</a:t>
            </a:r>
            <a:r>
              <a:rPr lang="ja-JP" altLang="en-US" sz="1200" b="1" dirty="0">
                <a:solidFill>
                  <a:srgbClr val="001F5F"/>
                </a:solidFill>
                <a:latin typeface="Microsoft YaHei UI"/>
              </a:rPr>
              <a:t>ユーザーのフィードバック</a:t>
            </a:r>
            <a:r>
              <a:rPr lang="ja-JP" altLang="en-US" sz="1200" dirty="0">
                <a:solidFill>
                  <a:srgbClr val="001F5F"/>
                </a:solidFill>
                <a:latin typeface="Microsoft YaHei UI"/>
              </a:rPr>
              <a:t>から抽出しました。</a:t>
            </a:r>
            <a:endParaRPr lang="en-GB" altLang="ja-JP" sz="1200" dirty="0">
              <a:solidFill>
                <a:srgbClr val="001F5F"/>
              </a:solidFill>
              <a:latin typeface="Microsoft YaHei UI"/>
            </a:endParaRPr>
          </a:p>
          <a:p>
            <a:pPr marL="228600" indent="-228600">
              <a:buFont typeface="+mj-lt"/>
              <a:buAutoNum type="arabicPeriod"/>
            </a:pPr>
            <a:r>
              <a:rPr lang="ja-JP" altLang="en-US" sz="1200" dirty="0">
                <a:solidFill>
                  <a:srgbClr val="001F5F"/>
                </a:solidFill>
                <a:latin typeface="Microsoft YaHei UI"/>
              </a:rPr>
              <a:t>機能を理解するために</a:t>
            </a:r>
            <a:r>
              <a:rPr lang="ja-JP" altLang="en-US" sz="1200" b="1" dirty="0">
                <a:solidFill>
                  <a:srgbClr val="001F5F"/>
                </a:solidFill>
                <a:latin typeface="Microsoft YaHei UI"/>
              </a:rPr>
              <a:t>ワークショップ</a:t>
            </a:r>
            <a:r>
              <a:rPr lang="ja-JP" altLang="en-US" sz="1200" dirty="0">
                <a:solidFill>
                  <a:srgbClr val="001F5F"/>
                </a:solidFill>
                <a:latin typeface="Microsoft YaHei UI"/>
              </a:rPr>
              <a:t>を担当しました。</a:t>
            </a:r>
          </a:p>
          <a:p>
            <a:pPr marL="228600" indent="-228600">
              <a:buFont typeface="+mj-lt"/>
              <a:buAutoNum type="arabicPeriod"/>
            </a:pPr>
            <a:r>
              <a:rPr lang="ja-JP" altLang="en-US" sz="1200" dirty="0">
                <a:solidFill>
                  <a:srgbClr val="001F5F"/>
                </a:solidFill>
                <a:latin typeface="Microsoft YaHei UI"/>
              </a:rPr>
              <a:t>新デザインをチームで考えて</a:t>
            </a:r>
            <a:r>
              <a:rPr lang="en-US" altLang="ja-JP" sz="1200" dirty="0">
                <a:solidFill>
                  <a:srgbClr val="001F5F"/>
                </a:solidFill>
                <a:latin typeface="Microsoft YaHei UI"/>
              </a:rPr>
              <a:t>Figma</a:t>
            </a:r>
            <a:r>
              <a:rPr lang="ja-JP" altLang="en-US" sz="1200" dirty="0">
                <a:solidFill>
                  <a:srgbClr val="001F5F"/>
                </a:solidFill>
                <a:latin typeface="Microsoft YaHei UI"/>
              </a:rPr>
              <a:t>でモックアップを作りました。</a:t>
            </a:r>
          </a:p>
          <a:p>
            <a:pPr marL="228600" indent="-228600">
              <a:buFont typeface="+mj-lt"/>
              <a:buAutoNum type="arabicPeriod"/>
            </a:pPr>
            <a:r>
              <a:rPr lang="ja-JP" altLang="en-US" sz="1200" dirty="0">
                <a:solidFill>
                  <a:srgbClr val="001F5F"/>
                </a:solidFill>
                <a:latin typeface="Microsoft YaHei UI"/>
              </a:rPr>
              <a:t>新デザインを説明するために</a:t>
            </a:r>
            <a:r>
              <a:rPr lang="en-US" altLang="ja-JP" sz="1200" dirty="0">
                <a:solidFill>
                  <a:srgbClr val="001F5F"/>
                </a:solidFill>
                <a:latin typeface="Microsoft YaHei UI"/>
              </a:rPr>
              <a:t>Word/Excel</a:t>
            </a:r>
            <a:r>
              <a:rPr lang="ja-JP" altLang="en-US" sz="1200" dirty="0">
                <a:solidFill>
                  <a:srgbClr val="001F5F"/>
                </a:solidFill>
                <a:latin typeface="Microsoft YaHei UI"/>
              </a:rPr>
              <a:t>ようでモックアップにコメントを付きました。</a:t>
            </a:r>
            <a:endParaRPr lang="en-GB" altLang="ja-JP" sz="1200" dirty="0">
              <a:solidFill>
                <a:srgbClr val="001F5F"/>
              </a:solidFill>
              <a:latin typeface="Microsoft YaHei UI"/>
            </a:endParaRPr>
          </a:p>
          <a:p>
            <a:pPr marL="228600" indent="-228600">
              <a:buFont typeface="+mj-lt"/>
              <a:buAutoNum type="arabicPeriod"/>
            </a:pPr>
            <a:r>
              <a:rPr lang="ja-JP" altLang="en-US" sz="1200" dirty="0">
                <a:solidFill>
                  <a:srgbClr val="001F5F"/>
                </a:solidFill>
                <a:latin typeface="Microsoft YaHei UI"/>
              </a:rPr>
              <a:t>画面の流れは別の遷移図で作成します。</a:t>
            </a:r>
            <a:endParaRPr lang="en-GB" altLang="ja-JP" sz="1200" dirty="0">
              <a:solidFill>
                <a:srgbClr val="001F5F"/>
              </a:solidFill>
              <a:latin typeface="Microsoft YaHei UI"/>
            </a:endParaRPr>
          </a:p>
        </p:txBody>
      </p:sp>
      <p:sp>
        <p:nvSpPr>
          <p:cNvPr id="10" name="Rectangle 1">
            <a:extLst>
              <a:ext uri="{FF2B5EF4-FFF2-40B4-BE49-F238E27FC236}">
                <a16:creationId xmlns:a16="http://schemas.microsoft.com/office/drawing/2014/main" id="{D6A86752-36E1-AA2D-DC40-B010C36D0EE5}"/>
              </a:ext>
            </a:extLst>
          </p:cNvPr>
          <p:cNvSpPr>
            <a:spLocks noChangeArrowheads="1"/>
          </p:cNvSpPr>
          <p:nvPr/>
        </p:nvSpPr>
        <p:spPr bwMode="auto">
          <a:xfrm>
            <a:off x="-7897813" y="-16774295"/>
            <a:ext cx="1557734" cy="49829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Here’s an image representing "feedback"! Let me know if you'd like any adjustments. 🚀   </a:t>
            </a:r>
            <a:r>
              <a:rPr kumimoji="0" lang="en-US" altLang="en-US" sz="61400"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47ACC9A7-E6B2-7937-8FAB-F598E637E53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34200" y="4046221"/>
            <a:ext cx="1297128" cy="1297128"/>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3">
            <a:extLst>
              <a:ext uri="{FF2B5EF4-FFF2-40B4-BE49-F238E27FC236}">
                <a16:creationId xmlns:a16="http://schemas.microsoft.com/office/drawing/2014/main" id="{777B79C4-0124-E5B3-020B-372394945DFA}"/>
              </a:ext>
            </a:extLst>
          </p:cNvPr>
          <p:cNvSpPr>
            <a:spLocks noChangeArrowheads="1"/>
          </p:cNvSpPr>
          <p:nvPr/>
        </p:nvSpPr>
        <p:spPr bwMode="auto">
          <a:xfrm>
            <a:off x="-5777706" y="-14579642"/>
            <a:ext cx="2190750" cy="49552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Here’s a web mockup using only blue, orange, and green colors! Let me know if you’d like any refinements. 🚀   </a:t>
            </a:r>
            <a:r>
              <a:rPr kumimoji="0" lang="en-US" altLang="en-US" sz="61400" b="0" i="0" u="none" strike="noStrike" cap="none" normalizeH="0" baseline="0" dirty="0">
                <a:ln>
                  <a:noFill/>
                </a:ln>
                <a:solidFill>
                  <a:schemeClr val="tx1"/>
                </a:solidFill>
                <a:effectLst/>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8" name="Picture 4">
            <a:extLst>
              <a:ext uri="{FF2B5EF4-FFF2-40B4-BE49-F238E27FC236}">
                <a16:creationId xmlns:a16="http://schemas.microsoft.com/office/drawing/2014/main" id="{39724EB3-109C-8D9A-0A78-F1B684573D8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33800" y="4089144"/>
            <a:ext cx="1319988" cy="1319988"/>
          </a:xfrm>
          <a:prstGeom prst="rect">
            <a:avLst/>
          </a:prstGeom>
          <a:noFill/>
          <a:extLst>
            <a:ext uri="{909E8E84-426E-40DD-AFC4-6F175D3DCCD1}">
              <a14:hiddenFill xmlns:a14="http://schemas.microsoft.com/office/drawing/2010/main">
                <a:solidFill>
                  <a:srgbClr val="FFFFFF"/>
                </a:solidFill>
              </a14:hiddenFill>
            </a:ext>
          </a:extLst>
        </p:spPr>
      </p:pic>
      <p:sp>
        <p:nvSpPr>
          <p:cNvPr id="13" name="Arrow: Curved Right 12">
            <a:extLst>
              <a:ext uri="{FF2B5EF4-FFF2-40B4-BE49-F238E27FC236}">
                <a16:creationId xmlns:a16="http://schemas.microsoft.com/office/drawing/2014/main" id="{E349655A-EFE1-B1DD-1055-1FFCD5547766}"/>
              </a:ext>
            </a:extLst>
          </p:cNvPr>
          <p:cNvSpPr/>
          <p:nvPr/>
        </p:nvSpPr>
        <p:spPr>
          <a:xfrm rot="16200000">
            <a:off x="5502751" y="4416893"/>
            <a:ext cx="876300" cy="3800475"/>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4" name="Arrow: Curved Right 13">
            <a:extLst>
              <a:ext uri="{FF2B5EF4-FFF2-40B4-BE49-F238E27FC236}">
                <a16:creationId xmlns:a16="http://schemas.microsoft.com/office/drawing/2014/main" id="{5226A45B-8DBC-20D8-818B-87A3EF5E05E9}"/>
              </a:ext>
            </a:extLst>
          </p:cNvPr>
          <p:cNvSpPr/>
          <p:nvPr/>
        </p:nvSpPr>
        <p:spPr>
          <a:xfrm rot="5400000">
            <a:off x="5473816" y="1908060"/>
            <a:ext cx="762000" cy="3346681"/>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5" name="TextBox 14">
            <a:extLst>
              <a:ext uri="{FF2B5EF4-FFF2-40B4-BE49-F238E27FC236}">
                <a16:creationId xmlns:a16="http://schemas.microsoft.com/office/drawing/2014/main" id="{41C98115-383F-DA7A-6FB5-0ACE31BCCE45}"/>
              </a:ext>
            </a:extLst>
          </p:cNvPr>
          <p:cNvSpPr txBox="1"/>
          <p:nvPr/>
        </p:nvSpPr>
        <p:spPr>
          <a:xfrm>
            <a:off x="3505200" y="5475238"/>
            <a:ext cx="1990724" cy="369332"/>
          </a:xfrm>
          <a:prstGeom prst="rect">
            <a:avLst/>
          </a:prstGeom>
          <a:noFill/>
        </p:spPr>
        <p:txBody>
          <a:bodyPr wrap="square" rtlCol="0">
            <a:spAutoFit/>
          </a:bodyPr>
          <a:lstStyle/>
          <a:p>
            <a:r>
              <a:rPr lang="ja-JP" altLang="en-US" dirty="0"/>
              <a:t>モックアップ更新</a:t>
            </a:r>
            <a:endParaRPr lang="en-GB" dirty="0"/>
          </a:p>
        </p:txBody>
      </p:sp>
      <p:sp>
        <p:nvSpPr>
          <p:cNvPr id="16" name="TextBox 15">
            <a:extLst>
              <a:ext uri="{FF2B5EF4-FFF2-40B4-BE49-F238E27FC236}">
                <a16:creationId xmlns:a16="http://schemas.microsoft.com/office/drawing/2014/main" id="{7AC9A282-AB16-E0E5-337F-6FACBCE1C8E3}"/>
              </a:ext>
            </a:extLst>
          </p:cNvPr>
          <p:cNvSpPr txBox="1"/>
          <p:nvPr/>
        </p:nvSpPr>
        <p:spPr>
          <a:xfrm>
            <a:off x="6324600" y="5294114"/>
            <a:ext cx="2876372" cy="646331"/>
          </a:xfrm>
          <a:prstGeom prst="rect">
            <a:avLst/>
          </a:prstGeom>
          <a:noFill/>
        </p:spPr>
        <p:txBody>
          <a:bodyPr wrap="square" rtlCol="0">
            <a:spAutoFit/>
          </a:bodyPr>
          <a:lstStyle/>
          <a:p>
            <a:r>
              <a:rPr lang="ja-JP" altLang="en-US" dirty="0"/>
              <a:t>機能ワークショップ・</a:t>
            </a:r>
            <a:endParaRPr lang="en-GB" altLang="ja-JP" dirty="0"/>
          </a:p>
          <a:p>
            <a:r>
              <a:rPr lang="ja-JP" altLang="en-US" dirty="0"/>
              <a:t>モックアップフィードバック</a:t>
            </a:r>
            <a:endParaRPr lang="en-GB" dirty="0"/>
          </a:p>
        </p:txBody>
      </p:sp>
      <p:pic>
        <p:nvPicPr>
          <p:cNvPr id="25" name="Picture 24">
            <a:extLst>
              <a:ext uri="{FF2B5EF4-FFF2-40B4-BE49-F238E27FC236}">
                <a16:creationId xmlns:a16="http://schemas.microsoft.com/office/drawing/2014/main" id="{59379FE7-9F1F-16D1-3C0F-319A3E003EBD}"/>
              </a:ext>
            </a:extLst>
          </p:cNvPr>
          <p:cNvPicPr>
            <a:picLocks noChangeAspect="1"/>
          </p:cNvPicPr>
          <p:nvPr/>
        </p:nvPicPr>
        <p:blipFill>
          <a:blip r:embed="rId5"/>
          <a:stretch>
            <a:fillRect/>
          </a:stretch>
        </p:blipFill>
        <p:spPr>
          <a:xfrm>
            <a:off x="539179" y="4800600"/>
            <a:ext cx="1935910" cy="1443462"/>
          </a:xfrm>
          <a:prstGeom prst="rect">
            <a:avLst/>
          </a:prstGeom>
        </p:spPr>
      </p:pic>
      <p:cxnSp>
        <p:nvCxnSpPr>
          <p:cNvPr id="27" name="Straight Arrow Connector 26">
            <a:extLst>
              <a:ext uri="{FF2B5EF4-FFF2-40B4-BE49-F238E27FC236}">
                <a16:creationId xmlns:a16="http://schemas.microsoft.com/office/drawing/2014/main" id="{76EFD8A5-05B6-65EC-7D8D-A5792FEC59DC}"/>
              </a:ext>
            </a:extLst>
          </p:cNvPr>
          <p:cNvCxnSpPr>
            <a:stCxn id="25" idx="3"/>
            <a:endCxn id="1028" idx="1"/>
          </p:cNvCxnSpPr>
          <p:nvPr/>
        </p:nvCxnSpPr>
        <p:spPr>
          <a:xfrm flipV="1">
            <a:off x="2475089" y="4749138"/>
            <a:ext cx="1258711" cy="7731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9" name="Picture 28">
            <a:extLst>
              <a:ext uri="{FF2B5EF4-FFF2-40B4-BE49-F238E27FC236}">
                <a16:creationId xmlns:a16="http://schemas.microsoft.com/office/drawing/2014/main" id="{B2A5689D-6FB8-EE87-1031-E317C98B9F4F}"/>
              </a:ext>
            </a:extLst>
          </p:cNvPr>
          <p:cNvPicPr>
            <a:picLocks noChangeAspect="1"/>
          </p:cNvPicPr>
          <p:nvPr/>
        </p:nvPicPr>
        <p:blipFill>
          <a:blip r:embed="rId6"/>
          <a:stretch>
            <a:fillRect/>
          </a:stretch>
        </p:blipFill>
        <p:spPr>
          <a:xfrm>
            <a:off x="501943" y="3200401"/>
            <a:ext cx="1901770" cy="1420847"/>
          </a:xfrm>
          <a:prstGeom prst="rect">
            <a:avLst/>
          </a:prstGeom>
        </p:spPr>
      </p:pic>
      <p:cxnSp>
        <p:nvCxnSpPr>
          <p:cNvPr id="31" name="Straight Arrow Connector 30">
            <a:extLst>
              <a:ext uri="{FF2B5EF4-FFF2-40B4-BE49-F238E27FC236}">
                <a16:creationId xmlns:a16="http://schemas.microsoft.com/office/drawing/2014/main" id="{E0A2C9A1-217F-BBBB-7E47-892519762633}"/>
              </a:ext>
            </a:extLst>
          </p:cNvPr>
          <p:cNvCxnSpPr>
            <a:stCxn id="29" idx="3"/>
            <a:endCxn id="1028" idx="1"/>
          </p:cNvCxnSpPr>
          <p:nvPr/>
        </p:nvCxnSpPr>
        <p:spPr>
          <a:xfrm>
            <a:off x="2403713" y="3910825"/>
            <a:ext cx="1330087" cy="838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Arrow: Right 37">
            <a:extLst>
              <a:ext uri="{FF2B5EF4-FFF2-40B4-BE49-F238E27FC236}">
                <a16:creationId xmlns:a16="http://schemas.microsoft.com/office/drawing/2014/main" id="{4B3A4B3C-F140-C7D0-8B2F-A8E619C1CA28}"/>
              </a:ext>
            </a:extLst>
          </p:cNvPr>
          <p:cNvSpPr/>
          <p:nvPr/>
        </p:nvSpPr>
        <p:spPr>
          <a:xfrm>
            <a:off x="8458200" y="4329981"/>
            <a:ext cx="1219200" cy="8516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TextBox 38">
            <a:extLst>
              <a:ext uri="{FF2B5EF4-FFF2-40B4-BE49-F238E27FC236}">
                <a16:creationId xmlns:a16="http://schemas.microsoft.com/office/drawing/2014/main" id="{2FCB081B-A80D-A148-A694-8C802017E91F}"/>
              </a:ext>
            </a:extLst>
          </p:cNvPr>
          <p:cNvSpPr txBox="1"/>
          <p:nvPr/>
        </p:nvSpPr>
        <p:spPr>
          <a:xfrm>
            <a:off x="9770278" y="4200435"/>
            <a:ext cx="1638590" cy="1200329"/>
          </a:xfrm>
          <a:prstGeom prst="rect">
            <a:avLst/>
          </a:prstGeom>
          <a:noFill/>
        </p:spPr>
        <p:txBody>
          <a:bodyPr wrap="none" rtlCol="0">
            <a:spAutoFit/>
          </a:bodyPr>
          <a:lstStyle/>
          <a:p>
            <a:r>
              <a:rPr lang="ja-JP" altLang="en-US" dirty="0"/>
              <a:t>成果物：</a:t>
            </a:r>
            <a:endParaRPr lang="en-GB" altLang="ja-JP" dirty="0"/>
          </a:p>
          <a:p>
            <a:r>
              <a:rPr lang="ja-JP" altLang="en-US" dirty="0"/>
              <a:t>１．モックアップ</a:t>
            </a:r>
            <a:endParaRPr lang="en-GB" altLang="ja-JP" dirty="0"/>
          </a:p>
          <a:p>
            <a:r>
              <a:rPr lang="ja-JP" altLang="en-US" dirty="0"/>
              <a:t>２．画面説明</a:t>
            </a:r>
            <a:endParaRPr lang="en-GB" altLang="ja-JP" dirty="0"/>
          </a:p>
          <a:p>
            <a:r>
              <a:rPr lang="ja-JP" altLang="en-US" dirty="0"/>
              <a:t>３．遷移図</a:t>
            </a:r>
            <a:endParaRPr lang="en-GB" altLang="ja-JP" dirty="0"/>
          </a:p>
        </p:txBody>
      </p:sp>
    </p:spTree>
    <p:extLst>
      <p:ext uri="{BB962C8B-B14F-4D97-AF65-F5344CB8AC3E}">
        <p14:creationId xmlns:p14="http://schemas.microsoft.com/office/powerpoint/2010/main" val="27618555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736</TotalTime>
  <Words>910</Words>
  <Application>Microsoft Office PowerPoint</Application>
  <PresentationFormat>Widescreen</PresentationFormat>
  <Paragraphs>98</Paragraphs>
  <Slides>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vt:i4>
      </vt:variant>
    </vt:vector>
  </HeadingPairs>
  <TitlesOfParts>
    <vt:vector size="14" baseType="lpstr">
      <vt:lpstr>-apple-system</vt:lpstr>
      <vt:lpstr>Meiryo UI</vt:lpstr>
      <vt:lpstr>Microsoft YaHei UI</vt:lpstr>
      <vt:lpstr>Aptos</vt:lpstr>
      <vt:lpstr>Arial</vt:lpstr>
      <vt:lpstr>Calibri</vt:lpstr>
      <vt:lpstr>Lucida Sans Unicode</vt:lpstr>
      <vt:lpstr>Wingdings</vt:lpstr>
      <vt:lpstr>Office Theme</vt:lpstr>
      <vt:lpstr>Consultant: Ian Worthington (イアン)</vt:lpstr>
      <vt:lpstr>コンサルタント: Ian Worthington (イアン)</vt:lpstr>
      <vt:lpstr>Tailored /other</vt:lpstr>
      <vt:lpstr>Experience as a Global Tech Lead</vt:lpstr>
      <vt:lpstr>デザイン改善</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MSI</dc:creator>
  <cp:lastModifiedBy>Ian Worthington</cp:lastModifiedBy>
  <cp:revision>42</cp:revision>
  <dcterms:created xsi:type="dcterms:W3CDTF">2022-12-02T06:58:51Z</dcterms:created>
  <dcterms:modified xsi:type="dcterms:W3CDTF">2026-03-03T03:50:50Z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2022-12-01T00:00:00Z</vt:filetime>
  </property>
  <property fmtid="{D5CDD505-2E9C-101B-9397-08002B2CF9AE}" pid="3" name="Creator">
    <vt:lpwstr>Microsoft® PowerPoint® for Microsoft 365</vt:lpwstr>
  </property>
  <property fmtid="{D5CDD505-2E9C-101B-9397-08002B2CF9AE}" pid="4" name="LastSaved">
    <vt:filetime>2022-12-02T00:00:00Z</vt:filetime>
  </property>
</Properties>
</file>